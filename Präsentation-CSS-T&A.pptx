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5"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6E3F9D8-9CB6-4AB4-A50A-F10ABA866F6E}" v="4" dt="2026-03-03T08:45:58.2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ssery, Wanisa" userId="eb577ee2-3895-4f93-9de0-b07a06e375bf" providerId="ADAL" clId="{0563F7C6-264B-407D-9CB8-9601D089DAD8}"/>
    <pc:docChg chg="undo custSel addSld modSld">
      <pc:chgData name="Nassery, Wanisa" userId="eb577ee2-3895-4f93-9de0-b07a06e375bf" providerId="ADAL" clId="{0563F7C6-264B-407D-9CB8-9601D089DAD8}" dt="2026-03-03T10:33:13.819" v="1140" actId="20577"/>
      <pc:docMkLst>
        <pc:docMk/>
      </pc:docMkLst>
      <pc:sldChg chg="addSp delSp modSp new mod setBg">
        <pc:chgData name="Nassery, Wanisa" userId="eb577ee2-3895-4f93-9de0-b07a06e375bf" providerId="ADAL" clId="{0563F7C6-264B-407D-9CB8-9601D089DAD8}" dt="2026-02-28T12:46:44.329" v="952" actId="1076"/>
        <pc:sldMkLst>
          <pc:docMk/>
          <pc:sldMk cId="3698334526" sldId="256"/>
        </pc:sldMkLst>
        <pc:spChg chg="mod">
          <ac:chgData name="Nassery, Wanisa" userId="eb577ee2-3895-4f93-9de0-b07a06e375bf" providerId="ADAL" clId="{0563F7C6-264B-407D-9CB8-9601D089DAD8}" dt="2026-02-27T13:19:39.540" v="812" actId="1076"/>
          <ac:spMkLst>
            <pc:docMk/>
            <pc:sldMk cId="3698334526" sldId="256"/>
            <ac:spMk id="2" creationId="{687A6056-9B56-F7CA-8441-E1DA71A84458}"/>
          </ac:spMkLst>
        </pc:spChg>
        <pc:spChg chg="mod">
          <ac:chgData name="Nassery, Wanisa" userId="eb577ee2-3895-4f93-9de0-b07a06e375bf" providerId="ADAL" clId="{0563F7C6-264B-407D-9CB8-9601D089DAD8}" dt="2026-02-28T12:46:44.329" v="952" actId="1076"/>
          <ac:spMkLst>
            <pc:docMk/>
            <pc:sldMk cId="3698334526" sldId="256"/>
            <ac:spMk id="3" creationId="{FDFE9184-CA2A-A170-BFC4-2198E1A58B53}"/>
          </ac:spMkLst>
        </pc:spChg>
      </pc:sldChg>
      <pc:sldChg chg="addSp delSp modSp new mod setBg setClrOvrMap">
        <pc:chgData name="Nassery, Wanisa" userId="eb577ee2-3895-4f93-9de0-b07a06e375bf" providerId="ADAL" clId="{0563F7C6-264B-407D-9CB8-9601D089DAD8}" dt="2026-03-03T10:33:13.819" v="1140" actId="20577"/>
        <pc:sldMkLst>
          <pc:docMk/>
          <pc:sldMk cId="2104667562" sldId="257"/>
        </pc:sldMkLst>
        <pc:spChg chg="mod">
          <ac:chgData name="Nassery, Wanisa" userId="eb577ee2-3895-4f93-9de0-b07a06e375bf" providerId="ADAL" clId="{0563F7C6-264B-407D-9CB8-9601D089DAD8}" dt="2026-03-01T09:19:07.724" v="1032" actId="27636"/>
          <ac:spMkLst>
            <pc:docMk/>
            <pc:sldMk cId="2104667562" sldId="257"/>
            <ac:spMk id="2" creationId="{1CEFFC0A-70AA-D8EB-F331-00E010C8544E}"/>
          </ac:spMkLst>
        </pc:spChg>
        <pc:spChg chg="add mod">
          <ac:chgData name="Nassery, Wanisa" userId="eb577ee2-3895-4f93-9de0-b07a06e375bf" providerId="ADAL" clId="{0563F7C6-264B-407D-9CB8-9601D089DAD8}" dt="2026-03-03T10:33:13.819" v="1140" actId="20577"/>
          <ac:spMkLst>
            <pc:docMk/>
            <pc:sldMk cId="2104667562" sldId="257"/>
            <ac:spMk id="4" creationId="{A2E70C5C-D330-FC53-0034-5F1B514DDE3A}"/>
          </ac:spMkLst>
        </pc:spChg>
        <pc:spChg chg="add mod">
          <ac:chgData name="Nassery, Wanisa" userId="eb577ee2-3895-4f93-9de0-b07a06e375bf" providerId="ADAL" clId="{0563F7C6-264B-407D-9CB8-9601D089DAD8}" dt="2026-03-03T08:46:03.189" v="1075" actId="1076"/>
          <ac:spMkLst>
            <pc:docMk/>
            <pc:sldMk cId="2104667562" sldId="257"/>
            <ac:spMk id="6" creationId="{45ADE669-CC9D-587F-6369-8A04C4C2E987}"/>
          </ac:spMkLst>
        </pc:spChg>
        <pc:spChg chg="add del mod">
          <ac:chgData name="Nassery, Wanisa" userId="eb577ee2-3895-4f93-9de0-b07a06e375bf" providerId="ADAL" clId="{0563F7C6-264B-407D-9CB8-9601D089DAD8}" dt="2026-02-27T13:14:21.945" v="689" actId="47"/>
          <ac:spMkLst>
            <pc:docMk/>
            <pc:sldMk cId="2104667562" sldId="257"/>
            <ac:spMk id="19" creationId="{175EDA75-415A-A774-E933-98885C66F0F6}"/>
          </ac:spMkLst>
        </pc:spChg>
        <pc:spChg chg="add mod">
          <ac:chgData name="Nassery, Wanisa" userId="eb577ee2-3895-4f93-9de0-b07a06e375bf" providerId="ADAL" clId="{0563F7C6-264B-407D-9CB8-9601D089DAD8}" dt="2026-02-28T12:50:38.195" v="976" actId="403"/>
          <ac:spMkLst>
            <pc:docMk/>
            <pc:sldMk cId="2104667562" sldId="257"/>
            <ac:spMk id="50" creationId="{860199F2-296C-AACF-FC20-34FDB9C3FD82}"/>
          </ac:spMkLst>
        </pc:spChg>
        <pc:spChg chg="add mod">
          <ac:chgData name="Nassery, Wanisa" userId="eb577ee2-3895-4f93-9de0-b07a06e375bf" providerId="ADAL" clId="{0563F7C6-264B-407D-9CB8-9601D089DAD8}" dt="2026-02-28T12:48:26.495" v="959" actId="1076"/>
          <ac:spMkLst>
            <pc:docMk/>
            <pc:sldMk cId="2104667562" sldId="257"/>
            <ac:spMk id="52" creationId="{F0677F92-6DF6-709D-09A7-C783C98810E2}"/>
          </ac:spMkLst>
        </pc:spChg>
      </pc:sldChg>
      <pc:sldChg chg="addSp delSp modSp new mod">
        <pc:chgData name="Nassery, Wanisa" userId="eb577ee2-3895-4f93-9de0-b07a06e375bf" providerId="ADAL" clId="{0563F7C6-264B-407D-9CB8-9601D089DAD8}" dt="2026-03-03T10:32:52.078" v="1102" actId="1076"/>
        <pc:sldMkLst>
          <pc:docMk/>
          <pc:sldMk cId="3123524222" sldId="258"/>
        </pc:sldMkLst>
        <pc:spChg chg="mod">
          <ac:chgData name="Nassery, Wanisa" userId="eb577ee2-3895-4f93-9de0-b07a06e375bf" providerId="ADAL" clId="{0563F7C6-264B-407D-9CB8-9601D089DAD8}" dt="2026-02-27T13:23:02.690" v="831" actId="20577"/>
          <ac:spMkLst>
            <pc:docMk/>
            <pc:sldMk cId="3123524222" sldId="258"/>
            <ac:spMk id="2" creationId="{5FAAD02D-420C-4F19-C7FA-1F08071404C4}"/>
          </ac:spMkLst>
        </pc:spChg>
        <pc:spChg chg="add mod">
          <ac:chgData name="Nassery, Wanisa" userId="eb577ee2-3895-4f93-9de0-b07a06e375bf" providerId="ADAL" clId="{0563F7C6-264B-407D-9CB8-9601D089DAD8}" dt="2026-02-28T12:47:56.729" v="953" actId="403"/>
          <ac:spMkLst>
            <pc:docMk/>
            <pc:sldMk cId="3123524222" sldId="258"/>
            <ac:spMk id="3" creationId="{448F8956-7542-8DA7-0A00-688CD0146B0E}"/>
          </ac:spMkLst>
        </pc:spChg>
        <pc:spChg chg="add mod">
          <ac:chgData name="Nassery, Wanisa" userId="eb577ee2-3895-4f93-9de0-b07a06e375bf" providerId="ADAL" clId="{0563F7C6-264B-407D-9CB8-9601D089DAD8}" dt="2026-03-03T10:32:52.078" v="1102" actId="1076"/>
          <ac:spMkLst>
            <pc:docMk/>
            <pc:sldMk cId="3123524222" sldId="258"/>
            <ac:spMk id="5" creationId="{95E2DF47-A9B9-2813-48A6-302FAB199773}"/>
          </ac:spMkLst>
        </pc:spChg>
        <pc:spChg chg="add mod">
          <ac:chgData name="Nassery, Wanisa" userId="eb577ee2-3895-4f93-9de0-b07a06e375bf" providerId="ADAL" clId="{0563F7C6-264B-407D-9CB8-9601D089DAD8}" dt="2026-02-28T12:48:03.435" v="954" actId="403"/>
          <ac:spMkLst>
            <pc:docMk/>
            <pc:sldMk cId="3123524222" sldId="258"/>
            <ac:spMk id="6" creationId="{4C7B1D99-E901-7AA3-ED64-FB2FC0E5D03A}"/>
          </ac:spMkLst>
        </pc:spChg>
        <pc:spChg chg="add del mod">
          <ac:chgData name="Nassery, Wanisa" userId="eb577ee2-3895-4f93-9de0-b07a06e375bf" providerId="ADAL" clId="{0563F7C6-264B-407D-9CB8-9601D089DAD8}" dt="2026-03-03T10:32:46.769" v="1101" actId="21"/>
          <ac:spMkLst>
            <pc:docMk/>
            <pc:sldMk cId="3123524222" sldId="258"/>
            <ac:spMk id="7" creationId="{0D95BBFF-1CE8-704D-F1DC-A6D90098D819}"/>
          </ac:spMkLst>
        </pc:spChg>
        <pc:spChg chg="add del mod">
          <ac:chgData name="Nassery, Wanisa" userId="eb577ee2-3895-4f93-9de0-b07a06e375bf" providerId="ADAL" clId="{0563F7C6-264B-407D-9CB8-9601D089DAD8}" dt="2026-03-03T08:21:50.165" v="1067" actId="21"/>
          <ac:spMkLst>
            <pc:docMk/>
            <pc:sldMk cId="3123524222" sldId="258"/>
            <ac:spMk id="8" creationId="{03162A46-05AD-5665-6314-CC96D8C2A100}"/>
          </ac:spMkLst>
        </pc:spChg>
        <pc:spChg chg="add mod">
          <ac:chgData name="Nassery, Wanisa" userId="eb577ee2-3895-4f93-9de0-b07a06e375bf" providerId="ADAL" clId="{0563F7C6-264B-407D-9CB8-9601D089DAD8}" dt="2026-03-03T08:45:44.166" v="1071" actId="1076"/>
          <ac:spMkLst>
            <pc:docMk/>
            <pc:sldMk cId="3123524222" sldId="258"/>
            <ac:spMk id="10" creationId="{4B9CFA51-38FA-F2B0-55FD-1FE4423DE52D}"/>
          </ac:spMkLst>
        </pc:spChg>
      </pc:sldChg>
      <pc:sldChg chg="addSp delSp modSp new mod">
        <pc:chgData name="Nassery, Wanisa" userId="eb577ee2-3895-4f93-9de0-b07a06e375bf" providerId="ADAL" clId="{0563F7C6-264B-407D-9CB8-9601D089DAD8}" dt="2026-03-03T08:46:14.359" v="1077" actId="1076"/>
        <pc:sldMkLst>
          <pc:docMk/>
          <pc:sldMk cId="4154904347" sldId="259"/>
        </pc:sldMkLst>
        <pc:spChg chg="mod">
          <ac:chgData name="Nassery, Wanisa" userId="eb577ee2-3895-4f93-9de0-b07a06e375bf" providerId="ADAL" clId="{0563F7C6-264B-407D-9CB8-9601D089DAD8}" dt="2026-02-27T14:24:23.102" v="935" actId="20577"/>
          <ac:spMkLst>
            <pc:docMk/>
            <pc:sldMk cId="4154904347" sldId="259"/>
            <ac:spMk id="2" creationId="{0343E820-3228-1CE4-3E0D-D20FA340DBA1}"/>
          </ac:spMkLst>
        </pc:spChg>
        <pc:spChg chg="add mod">
          <ac:chgData name="Nassery, Wanisa" userId="eb577ee2-3895-4f93-9de0-b07a06e375bf" providerId="ADAL" clId="{0563F7C6-264B-407D-9CB8-9601D089DAD8}" dt="2026-02-28T12:48:31.986" v="960" actId="403"/>
          <ac:spMkLst>
            <pc:docMk/>
            <pc:sldMk cId="4154904347" sldId="259"/>
            <ac:spMk id="4" creationId="{48701C36-A375-C62E-32D9-200EB4F750AA}"/>
          </ac:spMkLst>
        </pc:spChg>
        <pc:spChg chg="add mod">
          <ac:chgData name="Nassery, Wanisa" userId="eb577ee2-3895-4f93-9de0-b07a06e375bf" providerId="ADAL" clId="{0563F7C6-264B-407D-9CB8-9601D089DAD8}" dt="2026-02-28T12:55:15.596" v="979" actId="20577"/>
          <ac:spMkLst>
            <pc:docMk/>
            <pc:sldMk cId="4154904347" sldId="259"/>
            <ac:spMk id="6" creationId="{9BBDAA44-E77C-E386-D61B-EE838593B7C8}"/>
          </ac:spMkLst>
        </pc:spChg>
        <pc:spChg chg="add mod">
          <ac:chgData name="Nassery, Wanisa" userId="eb577ee2-3895-4f93-9de0-b07a06e375bf" providerId="ADAL" clId="{0563F7C6-264B-407D-9CB8-9601D089DAD8}" dt="2026-03-03T08:46:14.359" v="1077" actId="1076"/>
          <ac:spMkLst>
            <pc:docMk/>
            <pc:sldMk cId="4154904347" sldId="259"/>
            <ac:spMk id="14" creationId="{223D1B1C-59E6-A490-1F31-22A8DB631A4F}"/>
          </ac:spMkLst>
        </pc:spChg>
      </pc:sldChg>
      <pc:sldChg chg="addSp delSp modSp new mod">
        <pc:chgData name="Nassery, Wanisa" userId="eb577ee2-3895-4f93-9de0-b07a06e375bf" providerId="ADAL" clId="{0563F7C6-264B-407D-9CB8-9601D089DAD8}" dt="2026-03-03T08:46:38.699" v="1096" actId="1076"/>
        <pc:sldMkLst>
          <pc:docMk/>
          <pc:sldMk cId="1878799206" sldId="260"/>
        </pc:sldMkLst>
        <pc:spChg chg="mod">
          <ac:chgData name="Nassery, Wanisa" userId="eb577ee2-3895-4f93-9de0-b07a06e375bf" providerId="ADAL" clId="{0563F7C6-264B-407D-9CB8-9601D089DAD8}" dt="2026-03-01T09:18:59.056" v="1014" actId="20577"/>
          <ac:spMkLst>
            <pc:docMk/>
            <pc:sldMk cId="1878799206" sldId="260"/>
            <ac:spMk id="2" creationId="{B1257FB5-0E62-7D5C-CFB6-567E4624B481}"/>
          </ac:spMkLst>
        </pc:spChg>
        <pc:spChg chg="add mod">
          <ac:chgData name="Nassery, Wanisa" userId="eb577ee2-3895-4f93-9de0-b07a06e375bf" providerId="ADAL" clId="{0563F7C6-264B-407D-9CB8-9601D089DAD8}" dt="2026-03-01T09:19:39.138" v="1066" actId="1076"/>
          <ac:spMkLst>
            <pc:docMk/>
            <pc:sldMk cId="1878799206" sldId="260"/>
            <ac:spMk id="7" creationId="{19AFEEA6-B6E6-A882-38A6-7AE84203497D}"/>
          </ac:spMkLst>
        </pc:spChg>
        <pc:spChg chg="add del mod">
          <ac:chgData name="Nassery, Wanisa" userId="eb577ee2-3895-4f93-9de0-b07a06e375bf" providerId="ADAL" clId="{0563F7C6-264B-407D-9CB8-9601D089DAD8}" dt="2026-03-03T08:46:27.524" v="1080" actId="21"/>
          <ac:spMkLst>
            <pc:docMk/>
            <pc:sldMk cId="1878799206" sldId="260"/>
            <ac:spMk id="8" creationId="{AE4A3293-0AEF-6BC0-76C4-05C781105B86}"/>
          </ac:spMkLst>
        </pc:spChg>
        <pc:spChg chg="add mod">
          <ac:chgData name="Nassery, Wanisa" userId="eb577ee2-3895-4f93-9de0-b07a06e375bf" providerId="ADAL" clId="{0563F7C6-264B-407D-9CB8-9601D089DAD8}" dt="2026-03-03T08:46:38.699" v="1096" actId="1076"/>
          <ac:spMkLst>
            <pc:docMk/>
            <pc:sldMk cId="1878799206" sldId="260"/>
            <ac:spMk id="10" creationId="{2A13C103-40A1-3539-B6C7-5D2221E8201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FDAE92-5C12-4E8A-B55C-FE9B6EE6BA09}" type="datetimeFigureOut">
              <a:rPr lang="de-DE" smtClean="0"/>
              <a:t>03.03.2026</a:t>
            </a:fld>
            <a:endParaRPr lang="de-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8E9A1E-EDAD-45D1-A57F-0BE5B56CD1C8}" type="slidenum">
              <a:rPr lang="de-DE" smtClean="0"/>
              <a:t>‹#›</a:t>
            </a:fld>
            <a:endParaRPr lang="de-DE"/>
          </a:p>
        </p:txBody>
      </p:sp>
    </p:spTree>
    <p:extLst>
      <p:ext uri="{BB962C8B-B14F-4D97-AF65-F5344CB8AC3E}">
        <p14:creationId xmlns:p14="http://schemas.microsoft.com/office/powerpoint/2010/main" val="3260604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@keyframes ist eine CSS-Regel, mit der Animationen als Abfolge mehrerer Zustände über die Zeit definiert werden können, sodass Elemente komplexe Bewegungen ohne JavaScript durchlaufen. Der Browser berechnet dabei automatisch die Zwischenstufen, wodurch performante und wiederverwendbare Animationen entstehen, solange vor allem gut optimierbare Eigenschaften wie transform oder opacity animiert werden.</a:t>
            </a:r>
          </a:p>
          <a:p>
            <a:endParaRPr lang="de-DE" dirty="0"/>
          </a:p>
        </p:txBody>
      </p:sp>
      <p:sp>
        <p:nvSpPr>
          <p:cNvPr id="4" name="Slide Number Placeholder 3"/>
          <p:cNvSpPr>
            <a:spLocks noGrp="1"/>
          </p:cNvSpPr>
          <p:nvPr>
            <p:ph type="sldNum" sz="quarter" idx="5"/>
          </p:nvPr>
        </p:nvSpPr>
        <p:spPr/>
        <p:txBody>
          <a:bodyPr/>
          <a:lstStyle/>
          <a:p>
            <a:fld id="{D38E9A1E-EDAD-45D1-A57F-0BE5B56CD1C8}" type="slidenum">
              <a:rPr lang="de-DE" smtClean="0"/>
              <a:t>3</a:t>
            </a:fld>
            <a:endParaRPr lang="de-DE"/>
          </a:p>
        </p:txBody>
      </p:sp>
    </p:spTree>
    <p:extLst>
      <p:ext uri="{BB962C8B-B14F-4D97-AF65-F5344CB8AC3E}">
        <p14:creationId xmlns:p14="http://schemas.microsoft.com/office/powerpoint/2010/main" val="20068522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E9300-8714-5B13-BAFC-918BB1FC2D5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DE"/>
          </a:p>
        </p:txBody>
      </p:sp>
      <p:sp>
        <p:nvSpPr>
          <p:cNvPr id="3" name="Subtitle 2">
            <a:extLst>
              <a:ext uri="{FF2B5EF4-FFF2-40B4-BE49-F238E27FC236}">
                <a16:creationId xmlns:a16="http://schemas.microsoft.com/office/drawing/2014/main" id="{84D72138-2D2B-59FF-9F54-ABF43AD91AF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DE"/>
          </a:p>
        </p:txBody>
      </p:sp>
      <p:sp>
        <p:nvSpPr>
          <p:cNvPr id="4" name="Date Placeholder 3">
            <a:extLst>
              <a:ext uri="{FF2B5EF4-FFF2-40B4-BE49-F238E27FC236}">
                <a16:creationId xmlns:a16="http://schemas.microsoft.com/office/drawing/2014/main" id="{134E7A57-1554-A6FB-0DE7-B4C6F6CC540B}"/>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5" name="Footer Placeholder 4">
            <a:extLst>
              <a:ext uri="{FF2B5EF4-FFF2-40B4-BE49-F238E27FC236}">
                <a16:creationId xmlns:a16="http://schemas.microsoft.com/office/drawing/2014/main" id="{CEDEB830-D9D4-7B6A-3D44-2D2947C96B8E}"/>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9C55DD3A-70A7-26C6-E173-FAFA08512970}"/>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34291037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81195-90CA-211E-DB58-2ACC9A82172F}"/>
              </a:ext>
            </a:extLst>
          </p:cNvPr>
          <p:cNvSpPr>
            <a:spLocks noGrp="1"/>
          </p:cNvSpPr>
          <p:nvPr>
            <p:ph type="title"/>
          </p:nvPr>
        </p:nvSpPr>
        <p:spPr/>
        <p:txBody>
          <a:bodyPr/>
          <a:lstStyle/>
          <a:p>
            <a:r>
              <a:rPr lang="en-US"/>
              <a:t>Click to edit Master title style</a:t>
            </a:r>
            <a:endParaRPr lang="de-DE"/>
          </a:p>
        </p:txBody>
      </p:sp>
      <p:sp>
        <p:nvSpPr>
          <p:cNvPr id="3" name="Content Placeholder 2">
            <a:extLst>
              <a:ext uri="{FF2B5EF4-FFF2-40B4-BE49-F238E27FC236}">
                <a16:creationId xmlns:a16="http://schemas.microsoft.com/office/drawing/2014/main" id="{1C3604B3-1780-5C7C-1784-E436EAF6812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8F706955-9211-D04C-765B-62AB39746C98}"/>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5" name="Footer Placeholder 4">
            <a:extLst>
              <a:ext uri="{FF2B5EF4-FFF2-40B4-BE49-F238E27FC236}">
                <a16:creationId xmlns:a16="http://schemas.microsoft.com/office/drawing/2014/main" id="{FB81E3BE-108E-383D-43AA-827875D767B6}"/>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48C4BC5-4552-7BCB-DCC1-9E4A446E1125}"/>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5401344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F2E92-44C6-8211-5C3F-64FAE524A1D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DE"/>
          </a:p>
        </p:txBody>
      </p:sp>
      <p:sp>
        <p:nvSpPr>
          <p:cNvPr id="3" name="Text Placeholder 2">
            <a:extLst>
              <a:ext uri="{FF2B5EF4-FFF2-40B4-BE49-F238E27FC236}">
                <a16:creationId xmlns:a16="http://schemas.microsoft.com/office/drawing/2014/main" id="{608ABB0E-33A4-FFDE-1DA7-12EC29D5FE1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2384445-450A-2DBF-AB9C-4182535D44AE}"/>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5" name="Footer Placeholder 4">
            <a:extLst>
              <a:ext uri="{FF2B5EF4-FFF2-40B4-BE49-F238E27FC236}">
                <a16:creationId xmlns:a16="http://schemas.microsoft.com/office/drawing/2014/main" id="{7229EBB8-3F01-A858-194C-A9506DC5160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4ABF777-3B2E-C5E1-23E3-369B3B17665E}"/>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3741156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44BF7-1376-26FD-D17D-4EBC2AC0F306}"/>
              </a:ext>
            </a:extLst>
          </p:cNvPr>
          <p:cNvSpPr>
            <a:spLocks noGrp="1"/>
          </p:cNvSpPr>
          <p:nvPr>
            <p:ph type="title"/>
          </p:nvPr>
        </p:nvSpPr>
        <p:spPr/>
        <p:txBody>
          <a:bodyPr/>
          <a:lstStyle/>
          <a:p>
            <a:r>
              <a:rPr lang="en-US"/>
              <a:t>Click to edit Master title style</a:t>
            </a:r>
            <a:endParaRPr lang="de-DE"/>
          </a:p>
        </p:txBody>
      </p:sp>
      <p:sp>
        <p:nvSpPr>
          <p:cNvPr id="3" name="Content Placeholder 2">
            <a:extLst>
              <a:ext uri="{FF2B5EF4-FFF2-40B4-BE49-F238E27FC236}">
                <a16:creationId xmlns:a16="http://schemas.microsoft.com/office/drawing/2014/main" id="{04BC332A-F8E7-1F9C-2073-E96B5532E53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Content Placeholder 3">
            <a:extLst>
              <a:ext uri="{FF2B5EF4-FFF2-40B4-BE49-F238E27FC236}">
                <a16:creationId xmlns:a16="http://schemas.microsoft.com/office/drawing/2014/main" id="{E9CB70AE-E6C7-BF2F-4DF1-DA709D11230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5" name="Date Placeholder 4">
            <a:extLst>
              <a:ext uri="{FF2B5EF4-FFF2-40B4-BE49-F238E27FC236}">
                <a16:creationId xmlns:a16="http://schemas.microsoft.com/office/drawing/2014/main" id="{C0CC11DA-1B2E-177F-D234-5F63D7D6BA89}"/>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6" name="Footer Placeholder 5">
            <a:extLst>
              <a:ext uri="{FF2B5EF4-FFF2-40B4-BE49-F238E27FC236}">
                <a16:creationId xmlns:a16="http://schemas.microsoft.com/office/drawing/2014/main" id="{B6E6149F-121F-FDDC-3BBA-5C84B03649B0}"/>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2F2A2991-ABCF-BFDC-DD27-4C15A61FC76D}"/>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3283918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7FCBE-7F1E-4BF2-D51B-8FBA7BD3DCB3}"/>
              </a:ext>
            </a:extLst>
          </p:cNvPr>
          <p:cNvSpPr>
            <a:spLocks noGrp="1"/>
          </p:cNvSpPr>
          <p:nvPr>
            <p:ph type="title"/>
          </p:nvPr>
        </p:nvSpPr>
        <p:spPr>
          <a:xfrm>
            <a:off x="839788" y="365125"/>
            <a:ext cx="10515600" cy="1325563"/>
          </a:xfrm>
        </p:spPr>
        <p:txBody>
          <a:bodyPr/>
          <a:lstStyle/>
          <a:p>
            <a:r>
              <a:rPr lang="en-US"/>
              <a:t>Click to edit Master title style</a:t>
            </a:r>
            <a:endParaRPr lang="de-DE"/>
          </a:p>
        </p:txBody>
      </p:sp>
      <p:sp>
        <p:nvSpPr>
          <p:cNvPr id="3" name="Text Placeholder 2">
            <a:extLst>
              <a:ext uri="{FF2B5EF4-FFF2-40B4-BE49-F238E27FC236}">
                <a16:creationId xmlns:a16="http://schemas.microsoft.com/office/drawing/2014/main" id="{5E2FEDEF-F0D8-FD3B-5AF9-2077948CE2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E4232C-3CF9-8F36-A04D-1A94480A072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5" name="Text Placeholder 4">
            <a:extLst>
              <a:ext uri="{FF2B5EF4-FFF2-40B4-BE49-F238E27FC236}">
                <a16:creationId xmlns:a16="http://schemas.microsoft.com/office/drawing/2014/main" id="{0BCA963B-5210-CA20-8B6F-2818FE4F96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62E04-BF27-D6AA-262B-3ABB31B67BB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7" name="Date Placeholder 6">
            <a:extLst>
              <a:ext uri="{FF2B5EF4-FFF2-40B4-BE49-F238E27FC236}">
                <a16:creationId xmlns:a16="http://schemas.microsoft.com/office/drawing/2014/main" id="{55CCD105-7C40-70CF-3122-B8AE59060165}"/>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8" name="Footer Placeholder 7">
            <a:extLst>
              <a:ext uri="{FF2B5EF4-FFF2-40B4-BE49-F238E27FC236}">
                <a16:creationId xmlns:a16="http://schemas.microsoft.com/office/drawing/2014/main" id="{ABF66452-5B73-3DC1-B512-9DCA60287E4C}"/>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F9E3CA7D-5708-3D3A-6FDC-1F177CCC2732}"/>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2628888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9596C-F915-2273-F5E9-C816A231718F}"/>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091519C-FEA4-1415-A151-80382230DE7C}"/>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4" name="Footer Placeholder 3">
            <a:extLst>
              <a:ext uri="{FF2B5EF4-FFF2-40B4-BE49-F238E27FC236}">
                <a16:creationId xmlns:a16="http://schemas.microsoft.com/office/drawing/2014/main" id="{A38FAF1C-81CD-CEF3-B9CF-E35C93009367}"/>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F2952CC-5C66-AFA8-2709-B130909E2089}"/>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1840866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9B8F8C-5852-7EC9-0230-A6889165BE95}"/>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3" name="Footer Placeholder 2">
            <a:extLst>
              <a:ext uri="{FF2B5EF4-FFF2-40B4-BE49-F238E27FC236}">
                <a16:creationId xmlns:a16="http://schemas.microsoft.com/office/drawing/2014/main" id="{D4D3316D-ABEF-9BA4-E28F-1AAE1DFFE721}"/>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97FCBF9B-EDFB-ABE8-DE4D-C09BC2F76427}"/>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4070095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8951EE-A4CF-7C1C-1DF8-9ED2738180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Content Placeholder 2">
            <a:extLst>
              <a:ext uri="{FF2B5EF4-FFF2-40B4-BE49-F238E27FC236}">
                <a16:creationId xmlns:a16="http://schemas.microsoft.com/office/drawing/2014/main" id="{D0C91081-4F02-1627-D437-BC367944B7A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Text Placeholder 3">
            <a:extLst>
              <a:ext uri="{FF2B5EF4-FFF2-40B4-BE49-F238E27FC236}">
                <a16:creationId xmlns:a16="http://schemas.microsoft.com/office/drawing/2014/main" id="{B109ED89-CCBD-31AA-BCBE-31549C0C76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2F3-EE1C-76C2-00BA-A96957877357}"/>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6" name="Footer Placeholder 5">
            <a:extLst>
              <a:ext uri="{FF2B5EF4-FFF2-40B4-BE49-F238E27FC236}">
                <a16:creationId xmlns:a16="http://schemas.microsoft.com/office/drawing/2014/main" id="{77B74C8F-4E2B-1F85-57A1-54277716642E}"/>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DBDAF1E7-4D86-7F70-E4D7-24CC12974F0E}"/>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76358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C484F-5378-3ED7-6C26-D45F0D71741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35914756-05E3-8FB1-A9E7-E828AD0B890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13BDA87E-E6E4-A89F-49E3-F78ECAF249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18A2E6-614E-EAD8-46BC-8A036DEACF0B}"/>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6" name="Footer Placeholder 5">
            <a:extLst>
              <a:ext uri="{FF2B5EF4-FFF2-40B4-BE49-F238E27FC236}">
                <a16:creationId xmlns:a16="http://schemas.microsoft.com/office/drawing/2014/main" id="{74A9E148-B70D-0504-8713-CA92DF95B811}"/>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BD043F2F-2019-BCF8-228F-AE38A423FB15}"/>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25483082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CAEB1-0A14-6792-461B-D4DB98B2AED8}"/>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A45E704B-9070-C60B-A555-57A1B62651F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8BB5CA2A-1F77-C9C6-CD2A-B8EB834A5948}"/>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5" name="Footer Placeholder 4">
            <a:extLst>
              <a:ext uri="{FF2B5EF4-FFF2-40B4-BE49-F238E27FC236}">
                <a16:creationId xmlns:a16="http://schemas.microsoft.com/office/drawing/2014/main" id="{80679686-FE32-2808-DE0B-CC1ED35668F9}"/>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770F0DC3-A1D8-5E50-E92A-D63C8B7DF9D2}"/>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1643531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D27AF49-273C-BBA1-983F-7E154156FCC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5F4F7D64-6147-23B9-0CB9-338C4678C6E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A1BDA5A3-F60E-A1B9-E075-77F73354124E}"/>
              </a:ext>
            </a:extLst>
          </p:cNvPr>
          <p:cNvSpPr>
            <a:spLocks noGrp="1"/>
          </p:cNvSpPr>
          <p:nvPr>
            <p:ph type="dt" sz="half" idx="10"/>
          </p:nvPr>
        </p:nvSpPr>
        <p:spPr/>
        <p:txBody>
          <a:bodyPr/>
          <a:lstStyle/>
          <a:p>
            <a:fld id="{9D77692B-027E-4498-B3B3-73749BE6E1E0}" type="datetimeFigureOut">
              <a:rPr lang="de-DE" smtClean="0"/>
              <a:t>27.02.2026</a:t>
            </a:fld>
            <a:endParaRPr lang="de-DE"/>
          </a:p>
        </p:txBody>
      </p:sp>
      <p:sp>
        <p:nvSpPr>
          <p:cNvPr id="5" name="Footer Placeholder 4">
            <a:extLst>
              <a:ext uri="{FF2B5EF4-FFF2-40B4-BE49-F238E27FC236}">
                <a16:creationId xmlns:a16="http://schemas.microsoft.com/office/drawing/2014/main" id="{0FE51C7D-6EFE-11C2-1E3A-1E4719E6B0F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21B7C7DF-11D4-A063-7E1B-AB54FC764D4E}"/>
              </a:ext>
            </a:extLst>
          </p:cNvPr>
          <p:cNvSpPr>
            <a:spLocks noGrp="1"/>
          </p:cNvSpPr>
          <p:nvPr>
            <p:ph type="sldNum" sz="quarter" idx="12"/>
          </p:nvPr>
        </p:nvSpPr>
        <p:spPr/>
        <p:txBody>
          <a:bodyPr/>
          <a:lstStyle/>
          <a:p>
            <a:fld id="{DA902738-57F9-4605-A1A7-3D0B0A4DA521}" type="slidenum">
              <a:rPr lang="de-DE" smtClean="0"/>
              <a:t>‹#›</a:t>
            </a:fld>
            <a:endParaRPr lang="de-DE"/>
          </a:p>
        </p:txBody>
      </p:sp>
    </p:spTree>
    <p:extLst>
      <p:ext uri="{BB962C8B-B14F-4D97-AF65-F5344CB8AC3E}">
        <p14:creationId xmlns:p14="http://schemas.microsoft.com/office/powerpoint/2010/main" val="360476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E7DA45A-5FFF-76B2-C442-A79D215E59A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0BAC8B40-FCBB-7639-B68C-8EC4D6AA80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0D128EC4-63BB-A9D5-0E90-D245063FF07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D77692B-027E-4498-B3B3-73749BE6E1E0}" type="datetimeFigureOut">
              <a:rPr lang="de-DE" smtClean="0"/>
              <a:t>27.02.2026</a:t>
            </a:fld>
            <a:endParaRPr lang="de-DE"/>
          </a:p>
        </p:txBody>
      </p:sp>
      <p:sp>
        <p:nvSpPr>
          <p:cNvPr id="5" name="Footer Placeholder 4">
            <a:extLst>
              <a:ext uri="{FF2B5EF4-FFF2-40B4-BE49-F238E27FC236}">
                <a16:creationId xmlns:a16="http://schemas.microsoft.com/office/drawing/2014/main" id="{E9FFFA2A-A8AA-F177-2932-2AACB81F64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61EEB855-8639-207A-422C-269F4B9C20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902738-57F9-4605-A1A7-3D0B0A4DA521}" type="slidenum">
              <a:rPr lang="de-DE" smtClean="0"/>
              <a:t>‹#›</a:t>
            </a:fld>
            <a:endParaRPr lang="de-DE"/>
          </a:p>
        </p:txBody>
      </p:sp>
    </p:spTree>
    <p:extLst>
      <p:ext uri="{BB962C8B-B14F-4D97-AF65-F5344CB8AC3E}">
        <p14:creationId xmlns:p14="http://schemas.microsoft.com/office/powerpoint/2010/main" val="231026932"/>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A6056-9B56-F7CA-8441-E1DA71A84458}"/>
              </a:ext>
            </a:extLst>
          </p:cNvPr>
          <p:cNvSpPr>
            <a:spLocks noGrp="1"/>
          </p:cNvSpPr>
          <p:nvPr>
            <p:ph type="ctrTitle"/>
          </p:nvPr>
        </p:nvSpPr>
        <p:spPr>
          <a:xfrm>
            <a:off x="-499936" y="1764792"/>
            <a:ext cx="12903772" cy="1014984"/>
          </a:xfrm>
        </p:spPr>
        <p:txBody>
          <a:bodyPr/>
          <a:lstStyle/>
          <a:p>
            <a:r>
              <a:rPr lang="de-DE" dirty="0"/>
              <a:t>CSS Animationen und Transitionen</a:t>
            </a:r>
          </a:p>
        </p:txBody>
      </p:sp>
      <p:sp>
        <p:nvSpPr>
          <p:cNvPr id="3" name="Subtitle 2">
            <a:extLst>
              <a:ext uri="{FF2B5EF4-FFF2-40B4-BE49-F238E27FC236}">
                <a16:creationId xmlns:a16="http://schemas.microsoft.com/office/drawing/2014/main" id="{FDFE9184-CA2A-A170-BFC4-2198E1A58B53}"/>
              </a:ext>
            </a:extLst>
          </p:cNvPr>
          <p:cNvSpPr>
            <a:spLocks noGrp="1"/>
          </p:cNvSpPr>
          <p:nvPr>
            <p:ph type="subTitle" idx="1"/>
          </p:nvPr>
        </p:nvSpPr>
        <p:spPr>
          <a:xfrm>
            <a:off x="-186722" y="6337131"/>
            <a:ext cx="12565444" cy="1947333"/>
          </a:xfrm>
        </p:spPr>
        <p:txBody>
          <a:bodyPr/>
          <a:lstStyle/>
          <a:p>
            <a:r>
              <a:rPr lang="de-DE" dirty="0"/>
              <a:t>Web Engineering 4. Semester     06.März 2026                                                     WANISA NASSERY</a:t>
            </a:r>
          </a:p>
        </p:txBody>
      </p:sp>
    </p:spTree>
    <p:extLst>
      <p:ext uri="{BB962C8B-B14F-4D97-AF65-F5344CB8AC3E}">
        <p14:creationId xmlns:p14="http://schemas.microsoft.com/office/powerpoint/2010/main" val="36983345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FFC0A-70AA-D8EB-F331-00E010C8544E}"/>
              </a:ext>
            </a:extLst>
          </p:cNvPr>
          <p:cNvSpPr>
            <a:spLocks noGrp="1"/>
          </p:cNvSpPr>
          <p:nvPr>
            <p:ph type="title"/>
          </p:nvPr>
        </p:nvSpPr>
        <p:spPr>
          <a:xfrm>
            <a:off x="1285462" y="252153"/>
            <a:ext cx="10206292" cy="1507067"/>
          </a:xfrm>
        </p:spPr>
        <p:txBody>
          <a:bodyPr>
            <a:normAutofit fontScale="90000"/>
          </a:bodyPr>
          <a:lstStyle/>
          <a:p>
            <a:r>
              <a:rPr lang="de-DE" dirty="0"/>
              <a:t>Transition basics          </a:t>
            </a:r>
            <a:br>
              <a:rPr lang="de-DE" dirty="0"/>
            </a:br>
            <a:r>
              <a:rPr lang="de-DE" dirty="0"/>
              <a:t>                                                  &amp;     Timing Functions</a:t>
            </a:r>
          </a:p>
        </p:txBody>
      </p:sp>
      <p:sp>
        <p:nvSpPr>
          <p:cNvPr id="19" name="TextBox 18">
            <a:extLst>
              <a:ext uri="{FF2B5EF4-FFF2-40B4-BE49-F238E27FC236}">
                <a16:creationId xmlns:a16="http://schemas.microsoft.com/office/drawing/2014/main" id="{175EDA75-415A-A774-E933-98885C66F0F6}"/>
              </a:ext>
            </a:extLst>
          </p:cNvPr>
          <p:cNvSpPr txBox="1"/>
          <p:nvPr/>
        </p:nvSpPr>
        <p:spPr>
          <a:xfrm>
            <a:off x="7031736" y="1389888"/>
            <a:ext cx="4846320" cy="369332"/>
          </a:xfrm>
          <a:prstGeom prst="rect">
            <a:avLst/>
          </a:prstGeom>
          <a:noFill/>
        </p:spPr>
        <p:txBody>
          <a:bodyPr wrap="square" rtlCol="0">
            <a:spAutoFit/>
          </a:bodyPr>
          <a:lstStyle/>
          <a:p>
            <a:endParaRPr lang="de-DE" dirty="0"/>
          </a:p>
        </p:txBody>
      </p:sp>
      <p:sp>
        <p:nvSpPr>
          <p:cNvPr id="50" name="TextBox 49">
            <a:extLst>
              <a:ext uri="{FF2B5EF4-FFF2-40B4-BE49-F238E27FC236}">
                <a16:creationId xmlns:a16="http://schemas.microsoft.com/office/drawing/2014/main" id="{860199F2-296C-AACF-FC20-34FDB9C3FD82}"/>
              </a:ext>
            </a:extLst>
          </p:cNvPr>
          <p:cNvSpPr txBox="1"/>
          <p:nvPr/>
        </p:nvSpPr>
        <p:spPr>
          <a:xfrm>
            <a:off x="176054" y="1389888"/>
            <a:ext cx="5831554" cy="2799869"/>
          </a:xfrm>
          <a:prstGeom prst="rect">
            <a:avLst/>
          </a:prstGeom>
          <a:noFill/>
        </p:spPr>
        <p:txBody>
          <a:bodyPr wrap="square">
            <a:spAutoFit/>
          </a:bodyPr>
          <a:lstStyle/>
          <a:p>
            <a:pPr>
              <a:lnSpc>
                <a:spcPts val="1425"/>
              </a:lnSpc>
              <a:buNone/>
            </a:pPr>
            <a:r>
              <a:rPr lang="en-US" sz="2000" b="0" dirty="0">
                <a:solidFill>
                  <a:srgbClr val="6E7781"/>
                </a:solidFill>
                <a:effectLst/>
                <a:latin typeface="Consolas" panose="020B0609020204030204" pitchFamily="49" charset="0"/>
              </a:rPr>
              <a:t>/*Define the transition on the base state */</a:t>
            </a:r>
          </a:p>
          <a:p>
            <a:pPr>
              <a:lnSpc>
                <a:spcPts val="1425"/>
              </a:lnSpc>
              <a:buNone/>
            </a:pPr>
            <a:endParaRPr lang="en-US" sz="2000" b="0" dirty="0">
              <a:solidFill>
                <a:srgbClr val="1F2328"/>
              </a:solidFill>
              <a:effectLst/>
              <a:latin typeface="Consolas" panose="020B0609020204030204" pitchFamily="49" charset="0"/>
            </a:endParaRPr>
          </a:p>
          <a:p>
            <a:pPr>
              <a:lnSpc>
                <a:spcPts val="1425"/>
              </a:lnSpc>
              <a:buNone/>
            </a:pPr>
            <a:r>
              <a:rPr lang="en-US" sz="2000" b="0" dirty="0">
                <a:solidFill>
                  <a:srgbClr val="0550AE"/>
                </a:solidFill>
                <a:effectLst/>
                <a:latin typeface="Consolas" panose="020B0609020204030204" pitchFamily="49" charset="0"/>
              </a:rPr>
              <a:t>.element</a:t>
            </a:r>
            <a:r>
              <a:rPr lang="en-US" sz="2000" b="0" dirty="0">
                <a:solidFill>
                  <a:srgbClr val="1F2328"/>
                </a:solidFill>
                <a:effectLst/>
                <a:latin typeface="Consolas" panose="020B0609020204030204" pitchFamily="49" charset="0"/>
              </a:rPr>
              <a:t> {</a:t>
            </a: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background</a:t>
            </a: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blue</a:t>
            </a:r>
            <a:r>
              <a:rPr lang="en-US" sz="2000" b="0" dirty="0">
                <a:solidFill>
                  <a:srgbClr val="1F2328"/>
                </a:solidFill>
                <a:effectLst/>
                <a:latin typeface="Consolas" panose="020B0609020204030204" pitchFamily="49" charset="0"/>
              </a:rPr>
              <a:t>;</a:t>
            </a: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transition</a:t>
            </a:r>
            <a:r>
              <a:rPr lang="en-US" sz="2000" b="0" dirty="0">
                <a:solidFill>
                  <a:srgbClr val="1F2328"/>
                </a:solidFill>
                <a:effectLst/>
                <a:latin typeface="Consolas" panose="020B0609020204030204" pitchFamily="49" charset="0"/>
              </a:rPr>
              <a:t>: </a:t>
            </a:r>
            <a:r>
              <a:rPr lang="en-US" sz="2000" b="0" i="1" dirty="0">
                <a:solidFill>
                  <a:srgbClr val="82071E"/>
                </a:solidFill>
                <a:effectLst/>
                <a:latin typeface="Consolas" panose="020B0609020204030204" pitchFamily="49" charset="0"/>
              </a:rPr>
              <a:t>background</a:t>
            </a: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0.3</a:t>
            </a:r>
            <a:r>
              <a:rPr lang="en-US" sz="2000" b="0" dirty="0">
                <a:solidFill>
                  <a:srgbClr val="CF222E"/>
                </a:solidFill>
                <a:effectLst/>
                <a:latin typeface="Consolas" panose="020B0609020204030204" pitchFamily="49" charset="0"/>
              </a:rPr>
              <a:t>s</a:t>
            </a: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ease</a:t>
            </a:r>
            <a:r>
              <a:rPr lang="en-US" sz="2000" b="0" dirty="0">
                <a:solidFill>
                  <a:srgbClr val="1F2328"/>
                </a:solidFill>
                <a:effectLst/>
                <a:latin typeface="Consolas" panose="020B0609020204030204" pitchFamily="49" charset="0"/>
              </a:rPr>
              <a:t>;</a:t>
            </a:r>
          </a:p>
          <a:p>
            <a:pPr>
              <a:lnSpc>
                <a:spcPts val="1425"/>
              </a:lnSpc>
              <a:buNone/>
            </a:pPr>
            <a:r>
              <a:rPr lang="en-US" sz="2000" b="0" dirty="0">
                <a:solidFill>
                  <a:srgbClr val="1F2328"/>
                </a:solidFill>
                <a:effectLst/>
                <a:latin typeface="Consolas" panose="020B0609020204030204" pitchFamily="49" charset="0"/>
              </a:rPr>
              <a:t>}</a:t>
            </a:r>
          </a:p>
          <a:p>
            <a:pPr>
              <a:lnSpc>
                <a:spcPts val="1425"/>
              </a:lnSpc>
              <a:buNone/>
            </a:pPr>
            <a:br>
              <a:rPr lang="en-US" sz="2000" b="0" dirty="0">
                <a:solidFill>
                  <a:srgbClr val="1F2328"/>
                </a:solidFill>
                <a:effectLst/>
                <a:latin typeface="Consolas" panose="020B0609020204030204" pitchFamily="49" charset="0"/>
              </a:rPr>
            </a:br>
            <a:endParaRPr lang="en-US" sz="2000" b="0" dirty="0">
              <a:solidFill>
                <a:srgbClr val="1F2328"/>
              </a:solidFill>
              <a:effectLst/>
              <a:latin typeface="Consolas" panose="020B0609020204030204" pitchFamily="49" charset="0"/>
            </a:endParaRPr>
          </a:p>
          <a:p>
            <a:pPr>
              <a:lnSpc>
                <a:spcPts val="1425"/>
              </a:lnSpc>
              <a:buNone/>
            </a:pPr>
            <a:r>
              <a:rPr lang="en-US" sz="2000" b="0" dirty="0">
                <a:solidFill>
                  <a:srgbClr val="6E7781"/>
                </a:solidFill>
                <a:effectLst/>
                <a:latin typeface="Consolas" panose="020B0609020204030204" pitchFamily="49" charset="0"/>
              </a:rPr>
              <a:t>/*Change the property value on state change */</a:t>
            </a:r>
          </a:p>
          <a:p>
            <a:pPr>
              <a:lnSpc>
                <a:spcPts val="1425"/>
              </a:lnSpc>
              <a:buNone/>
            </a:pPr>
            <a:endParaRPr lang="en-US" sz="2000" b="0" dirty="0">
              <a:solidFill>
                <a:srgbClr val="1F2328"/>
              </a:solidFill>
              <a:effectLst/>
              <a:latin typeface="Consolas" panose="020B0609020204030204" pitchFamily="49" charset="0"/>
            </a:endParaRPr>
          </a:p>
          <a:p>
            <a:pPr>
              <a:lnSpc>
                <a:spcPts val="1425"/>
              </a:lnSpc>
              <a:buNone/>
            </a:pPr>
            <a:r>
              <a:rPr lang="en-US" sz="2000" b="0" dirty="0">
                <a:solidFill>
                  <a:srgbClr val="0550AE"/>
                </a:solidFill>
                <a:effectLst/>
                <a:latin typeface="Consolas" panose="020B0609020204030204" pitchFamily="49" charset="0"/>
              </a:rPr>
              <a:t>.</a:t>
            </a:r>
            <a:r>
              <a:rPr lang="en-US" sz="2000" b="0" dirty="0" err="1">
                <a:solidFill>
                  <a:srgbClr val="0550AE"/>
                </a:solidFill>
                <a:effectLst/>
                <a:latin typeface="Consolas" panose="020B0609020204030204" pitchFamily="49" charset="0"/>
              </a:rPr>
              <a:t>element:hover</a:t>
            </a:r>
            <a:r>
              <a:rPr lang="en-US" sz="2000" b="0" dirty="0">
                <a:solidFill>
                  <a:srgbClr val="1F2328"/>
                </a:solidFill>
                <a:effectLst/>
                <a:latin typeface="Consolas" panose="020B0609020204030204" pitchFamily="49" charset="0"/>
              </a:rPr>
              <a:t> {</a:t>
            </a: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background</a:t>
            </a: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purple</a:t>
            </a:r>
            <a:r>
              <a:rPr lang="en-US" sz="2000" b="0" dirty="0">
                <a:solidFill>
                  <a:srgbClr val="1F2328"/>
                </a:solidFill>
                <a:effectLst/>
                <a:latin typeface="Consolas" panose="020B0609020204030204" pitchFamily="49" charset="0"/>
              </a:rPr>
              <a:t>;</a:t>
            </a:r>
          </a:p>
          <a:p>
            <a:pPr>
              <a:lnSpc>
                <a:spcPts val="1425"/>
              </a:lnSpc>
              <a:buNone/>
            </a:pPr>
            <a:r>
              <a:rPr lang="en-US" b="0" dirty="0">
                <a:solidFill>
                  <a:srgbClr val="1F2328"/>
                </a:solidFill>
                <a:effectLst/>
                <a:latin typeface="Consolas" panose="020B0609020204030204" pitchFamily="49" charset="0"/>
              </a:rPr>
              <a:t>}</a:t>
            </a:r>
          </a:p>
        </p:txBody>
      </p:sp>
      <p:sp>
        <p:nvSpPr>
          <p:cNvPr id="52" name="TextBox 51">
            <a:extLst>
              <a:ext uri="{FF2B5EF4-FFF2-40B4-BE49-F238E27FC236}">
                <a16:creationId xmlns:a16="http://schemas.microsoft.com/office/drawing/2014/main" id="{F0677F92-6DF6-709D-09A7-C783C98810E2}"/>
              </a:ext>
            </a:extLst>
          </p:cNvPr>
          <p:cNvSpPr txBox="1"/>
          <p:nvPr/>
        </p:nvSpPr>
        <p:spPr>
          <a:xfrm>
            <a:off x="6096000" y="1946754"/>
            <a:ext cx="6094476" cy="4056623"/>
          </a:xfrm>
          <a:prstGeom prst="rect">
            <a:avLst/>
          </a:prstGeom>
          <a:noFill/>
        </p:spPr>
        <p:txBody>
          <a:bodyPr wrap="square">
            <a:spAutoFit/>
          </a:bodyPr>
          <a:lstStyle/>
          <a:p>
            <a:pPr>
              <a:lnSpc>
                <a:spcPts val="1425"/>
              </a:lnSpc>
              <a:buNone/>
            </a:pPr>
            <a:r>
              <a:rPr lang="en-US" sz="2000" b="0" dirty="0">
                <a:solidFill>
                  <a:srgbClr val="0550AE"/>
                </a:solidFill>
                <a:effectLst/>
                <a:latin typeface="Consolas" panose="020B0609020204030204" pitchFamily="49" charset="0"/>
              </a:rPr>
              <a:t>.element</a:t>
            </a:r>
            <a:r>
              <a:rPr lang="en-US" sz="2000" b="0" dirty="0">
                <a:solidFill>
                  <a:srgbClr val="1F2328"/>
                </a:solidFill>
                <a:effectLst/>
                <a:latin typeface="Consolas" panose="020B0609020204030204" pitchFamily="49" charset="0"/>
              </a:rPr>
              <a:t> {</a:t>
            </a:r>
          </a:p>
          <a:p>
            <a:pPr>
              <a:lnSpc>
                <a:spcPts val="1425"/>
              </a:lnSpc>
              <a:buNone/>
            </a:pPr>
            <a:endParaRPr lang="en-US" sz="2000" b="0" dirty="0">
              <a:solidFill>
                <a:srgbClr val="1F2328"/>
              </a:solidFill>
              <a:effectLst/>
              <a:latin typeface="Consolas" panose="020B0609020204030204" pitchFamily="49" charset="0"/>
            </a:endParaRP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6E7781"/>
                </a:solidFill>
                <a:effectLst/>
                <a:latin typeface="Consolas" panose="020B0609020204030204" pitchFamily="49" charset="0"/>
              </a:rPr>
              <a:t>/* Constant speed throughout */</a:t>
            </a:r>
          </a:p>
          <a:p>
            <a:pPr>
              <a:lnSpc>
                <a:spcPts val="1425"/>
              </a:lnSpc>
              <a:buNone/>
            </a:pPr>
            <a:endParaRPr lang="en-US" sz="2000" b="0" dirty="0">
              <a:solidFill>
                <a:srgbClr val="1F2328"/>
              </a:solidFill>
              <a:effectLst/>
              <a:latin typeface="Consolas" panose="020B0609020204030204" pitchFamily="49" charset="0"/>
            </a:endParaRP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transition-timing-function</a:t>
            </a: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linear</a:t>
            </a:r>
            <a:r>
              <a:rPr lang="en-US" sz="2000" b="0" dirty="0">
                <a:solidFill>
                  <a:srgbClr val="1F2328"/>
                </a:solidFill>
                <a:effectLst/>
                <a:latin typeface="Consolas" panose="020B0609020204030204" pitchFamily="49" charset="0"/>
              </a:rPr>
              <a:t>;</a:t>
            </a:r>
          </a:p>
          <a:p>
            <a:pPr>
              <a:lnSpc>
                <a:spcPts val="1425"/>
              </a:lnSpc>
              <a:buNone/>
            </a:pPr>
            <a:r>
              <a:rPr lang="en-US" sz="2000" b="0" dirty="0">
                <a:solidFill>
                  <a:srgbClr val="1F2328"/>
                </a:solidFill>
                <a:effectLst/>
                <a:latin typeface="Consolas" panose="020B0609020204030204" pitchFamily="49" charset="0"/>
              </a:rPr>
              <a:t>  </a:t>
            </a: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6E7781"/>
                </a:solidFill>
                <a:effectLst/>
                <a:latin typeface="Consolas" panose="020B0609020204030204" pitchFamily="49" charset="0"/>
              </a:rPr>
              <a:t>/* Slow start, fast middle, slow end*/</a:t>
            </a:r>
          </a:p>
          <a:p>
            <a:pPr>
              <a:lnSpc>
                <a:spcPts val="1425"/>
              </a:lnSpc>
              <a:buNone/>
            </a:pPr>
            <a:endParaRPr lang="en-US" sz="2000" b="0" dirty="0">
              <a:solidFill>
                <a:srgbClr val="1F2328"/>
              </a:solidFill>
              <a:effectLst/>
              <a:latin typeface="Consolas" panose="020B0609020204030204" pitchFamily="49" charset="0"/>
            </a:endParaRP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transition-timing-function</a:t>
            </a: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ease</a:t>
            </a:r>
            <a:r>
              <a:rPr lang="en-US" sz="2000" b="0" dirty="0">
                <a:solidFill>
                  <a:srgbClr val="1F2328"/>
                </a:solidFill>
                <a:effectLst/>
                <a:latin typeface="Consolas" panose="020B0609020204030204" pitchFamily="49" charset="0"/>
              </a:rPr>
              <a:t>;</a:t>
            </a:r>
          </a:p>
          <a:p>
            <a:pPr>
              <a:lnSpc>
                <a:spcPts val="1425"/>
              </a:lnSpc>
              <a:buNone/>
            </a:pPr>
            <a:r>
              <a:rPr lang="en-US" sz="2000" b="0" dirty="0">
                <a:solidFill>
                  <a:srgbClr val="1F2328"/>
                </a:solidFill>
                <a:effectLst/>
                <a:latin typeface="Consolas" panose="020B0609020204030204" pitchFamily="49" charset="0"/>
              </a:rPr>
              <a:t>  </a:t>
            </a: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6E7781"/>
                </a:solidFill>
                <a:effectLst/>
                <a:latin typeface="Consolas" panose="020B0609020204030204" pitchFamily="49" charset="0"/>
              </a:rPr>
              <a:t>/* Slow start, fast end */</a:t>
            </a:r>
          </a:p>
          <a:p>
            <a:pPr>
              <a:lnSpc>
                <a:spcPts val="1425"/>
              </a:lnSpc>
              <a:buNone/>
            </a:pPr>
            <a:endParaRPr lang="en-US" sz="2000" b="0" dirty="0">
              <a:solidFill>
                <a:srgbClr val="1F2328"/>
              </a:solidFill>
              <a:effectLst/>
              <a:latin typeface="Consolas" panose="020B0609020204030204" pitchFamily="49" charset="0"/>
            </a:endParaRP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transition-timing-function</a:t>
            </a: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ease-in</a:t>
            </a:r>
            <a:r>
              <a:rPr lang="en-US" sz="2000" b="0" dirty="0">
                <a:solidFill>
                  <a:srgbClr val="1F2328"/>
                </a:solidFill>
                <a:effectLst/>
                <a:latin typeface="Consolas" panose="020B0609020204030204" pitchFamily="49" charset="0"/>
              </a:rPr>
              <a:t>;</a:t>
            </a:r>
          </a:p>
          <a:p>
            <a:pPr>
              <a:lnSpc>
                <a:spcPts val="1425"/>
              </a:lnSpc>
              <a:buNone/>
            </a:pPr>
            <a:r>
              <a:rPr lang="en-US" sz="2000" b="0" dirty="0">
                <a:solidFill>
                  <a:srgbClr val="1F2328"/>
                </a:solidFill>
                <a:effectLst/>
                <a:latin typeface="Consolas" panose="020B0609020204030204" pitchFamily="49" charset="0"/>
              </a:rPr>
              <a:t>  </a:t>
            </a: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6E7781"/>
                </a:solidFill>
                <a:effectLst/>
                <a:latin typeface="Consolas" panose="020B0609020204030204" pitchFamily="49" charset="0"/>
              </a:rPr>
              <a:t>/* Fast start, slow end */</a:t>
            </a:r>
          </a:p>
          <a:p>
            <a:pPr>
              <a:lnSpc>
                <a:spcPts val="1425"/>
              </a:lnSpc>
              <a:buNone/>
            </a:pPr>
            <a:endParaRPr lang="en-US" sz="2000" b="0" dirty="0">
              <a:solidFill>
                <a:srgbClr val="1F2328"/>
              </a:solidFill>
              <a:effectLst/>
              <a:latin typeface="Consolas" panose="020B0609020204030204" pitchFamily="49" charset="0"/>
            </a:endParaRP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transition-timing-function</a:t>
            </a: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ease-out</a:t>
            </a:r>
            <a:r>
              <a:rPr lang="en-US" sz="2000" b="0" dirty="0">
                <a:solidFill>
                  <a:srgbClr val="1F2328"/>
                </a:solidFill>
                <a:effectLst/>
                <a:latin typeface="Consolas" panose="020B0609020204030204" pitchFamily="49" charset="0"/>
              </a:rPr>
              <a:t>;</a:t>
            </a:r>
          </a:p>
          <a:p>
            <a:pPr>
              <a:lnSpc>
                <a:spcPts val="1425"/>
              </a:lnSpc>
              <a:buNone/>
            </a:pPr>
            <a:r>
              <a:rPr lang="en-US" sz="2000" b="0" dirty="0">
                <a:solidFill>
                  <a:srgbClr val="1F2328"/>
                </a:solidFill>
                <a:effectLst/>
                <a:latin typeface="Consolas" panose="020B0609020204030204" pitchFamily="49" charset="0"/>
              </a:rPr>
              <a:t>  </a:t>
            </a: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6E7781"/>
                </a:solidFill>
                <a:effectLst/>
                <a:latin typeface="Consolas" panose="020B0609020204030204" pitchFamily="49" charset="0"/>
              </a:rPr>
              <a:t>/* Slow start and end */</a:t>
            </a:r>
          </a:p>
          <a:p>
            <a:pPr>
              <a:lnSpc>
                <a:spcPts val="1425"/>
              </a:lnSpc>
              <a:buNone/>
            </a:pPr>
            <a:endParaRPr lang="en-US" sz="2000" b="0" dirty="0">
              <a:solidFill>
                <a:srgbClr val="1F2328"/>
              </a:solidFill>
              <a:effectLst/>
              <a:latin typeface="Consolas" panose="020B0609020204030204" pitchFamily="49" charset="0"/>
            </a:endParaRPr>
          </a:p>
          <a:p>
            <a:pPr>
              <a:lnSpc>
                <a:spcPts val="1425"/>
              </a:lnSpc>
              <a:buNone/>
            </a:pP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transition-timing-function</a:t>
            </a:r>
            <a:r>
              <a:rPr lang="en-US" sz="2000" b="0" dirty="0">
                <a:solidFill>
                  <a:srgbClr val="1F2328"/>
                </a:solidFill>
                <a:effectLst/>
                <a:latin typeface="Consolas" panose="020B0609020204030204" pitchFamily="49" charset="0"/>
              </a:rPr>
              <a:t>: </a:t>
            </a:r>
            <a:r>
              <a:rPr lang="en-US" sz="2000" b="0" dirty="0">
                <a:solidFill>
                  <a:srgbClr val="0550AE"/>
                </a:solidFill>
                <a:effectLst/>
                <a:latin typeface="Consolas" panose="020B0609020204030204" pitchFamily="49" charset="0"/>
              </a:rPr>
              <a:t>ease-in-out</a:t>
            </a:r>
            <a:r>
              <a:rPr lang="en-US" sz="2000" b="0" dirty="0">
                <a:solidFill>
                  <a:srgbClr val="1F2328"/>
                </a:solidFill>
                <a:effectLst/>
                <a:latin typeface="Consolas" panose="020B0609020204030204" pitchFamily="49" charset="0"/>
              </a:rPr>
              <a:t>;</a:t>
            </a:r>
          </a:p>
          <a:p>
            <a:pPr>
              <a:lnSpc>
                <a:spcPts val="1425"/>
              </a:lnSpc>
              <a:buNone/>
            </a:pPr>
            <a:r>
              <a:rPr lang="en-US" b="0" dirty="0">
                <a:solidFill>
                  <a:srgbClr val="1F2328"/>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A2E70C5C-D330-FC53-0034-5F1B514DDE3A}"/>
              </a:ext>
            </a:extLst>
          </p:cNvPr>
          <p:cNvSpPr txBox="1"/>
          <p:nvPr/>
        </p:nvSpPr>
        <p:spPr>
          <a:xfrm>
            <a:off x="284988" y="4377291"/>
            <a:ext cx="6103620" cy="923330"/>
          </a:xfrm>
          <a:prstGeom prst="rect">
            <a:avLst/>
          </a:prstGeom>
          <a:noFill/>
        </p:spPr>
        <p:txBody>
          <a:bodyPr wrap="square">
            <a:spAutoFit/>
          </a:bodyPr>
          <a:lstStyle/>
          <a:p>
            <a:r>
              <a:rPr lang="de-DE" b="1" dirty="0"/>
              <a:t>Übergang zwischen ZWEI Zuständen.</a:t>
            </a:r>
            <a:br>
              <a:rPr lang="de-DE" dirty="0"/>
            </a:br>
            <a:r>
              <a:rPr lang="de-DE" dirty="0"/>
              <a:t>Animation startet bei Änderung (z. B. Hover) und nicht automatisch.</a:t>
            </a:r>
          </a:p>
        </p:txBody>
      </p:sp>
      <p:sp>
        <p:nvSpPr>
          <p:cNvPr id="6" name="TextBox 5">
            <a:extLst>
              <a:ext uri="{FF2B5EF4-FFF2-40B4-BE49-F238E27FC236}">
                <a16:creationId xmlns:a16="http://schemas.microsoft.com/office/drawing/2014/main" id="{45ADE669-CC9D-587F-6369-8A04C4C2E987}"/>
              </a:ext>
            </a:extLst>
          </p:cNvPr>
          <p:cNvSpPr txBox="1"/>
          <p:nvPr/>
        </p:nvSpPr>
        <p:spPr>
          <a:xfrm>
            <a:off x="6497542" y="326625"/>
            <a:ext cx="6103620" cy="646331"/>
          </a:xfrm>
          <a:prstGeom prst="rect">
            <a:avLst/>
          </a:prstGeom>
          <a:noFill/>
        </p:spPr>
        <p:txBody>
          <a:bodyPr wrap="square">
            <a:spAutoFit/>
          </a:bodyPr>
          <a:lstStyle/>
          <a:p>
            <a:r>
              <a:rPr lang="de-DE" b="1" dirty="0"/>
              <a:t>Bestimmt die Geschwindigkeit der Bewegung.</a:t>
            </a:r>
            <a:br>
              <a:rPr lang="de-DE" dirty="0"/>
            </a:br>
            <a:r>
              <a:rPr lang="de-DE" dirty="0"/>
              <a:t>z. B. linear, ease, cubic-bezier.</a:t>
            </a:r>
          </a:p>
        </p:txBody>
      </p:sp>
    </p:spTree>
    <p:extLst>
      <p:ext uri="{BB962C8B-B14F-4D97-AF65-F5344CB8AC3E}">
        <p14:creationId xmlns:p14="http://schemas.microsoft.com/office/powerpoint/2010/main" val="21046675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AD02D-420C-4F19-C7FA-1F08071404C4}"/>
              </a:ext>
            </a:extLst>
          </p:cNvPr>
          <p:cNvSpPr>
            <a:spLocks noGrp="1"/>
          </p:cNvSpPr>
          <p:nvPr>
            <p:ph type="title"/>
          </p:nvPr>
        </p:nvSpPr>
        <p:spPr/>
        <p:txBody>
          <a:bodyPr/>
          <a:lstStyle/>
          <a:p>
            <a:r>
              <a:rPr lang="de-DE" dirty="0"/>
              <a:t>Keyframes</a:t>
            </a:r>
          </a:p>
        </p:txBody>
      </p:sp>
      <p:sp>
        <p:nvSpPr>
          <p:cNvPr id="6" name="TextBox 5">
            <a:extLst>
              <a:ext uri="{FF2B5EF4-FFF2-40B4-BE49-F238E27FC236}">
                <a16:creationId xmlns:a16="http://schemas.microsoft.com/office/drawing/2014/main" id="{4C7B1D99-E901-7AA3-ED64-FB2FC0E5D03A}"/>
              </a:ext>
            </a:extLst>
          </p:cNvPr>
          <p:cNvSpPr txBox="1"/>
          <p:nvPr/>
        </p:nvSpPr>
        <p:spPr>
          <a:xfrm>
            <a:off x="728472" y="2387040"/>
            <a:ext cx="6094476" cy="824969"/>
          </a:xfrm>
          <a:prstGeom prst="rect">
            <a:avLst/>
          </a:prstGeom>
          <a:noFill/>
        </p:spPr>
        <p:txBody>
          <a:bodyPr wrap="square">
            <a:spAutoFit/>
          </a:bodyPr>
          <a:lstStyle/>
          <a:p>
            <a:pPr>
              <a:lnSpc>
                <a:spcPts val="1425"/>
              </a:lnSpc>
              <a:buNone/>
            </a:pPr>
            <a:r>
              <a:rPr lang="de-DE" sz="2000" b="0" dirty="0">
                <a:solidFill>
                  <a:srgbClr val="CF222E"/>
                </a:solidFill>
                <a:effectLst/>
                <a:latin typeface="Consolas" panose="020B0609020204030204" pitchFamily="49" charset="0"/>
              </a:rPr>
              <a:t>@keyframes</a:t>
            </a:r>
            <a:r>
              <a:rPr lang="de-DE" sz="2000" b="0" dirty="0">
                <a:solidFill>
                  <a:srgbClr val="1F2328"/>
                </a:solidFill>
                <a:effectLst/>
                <a:latin typeface="Consolas" panose="020B0609020204030204" pitchFamily="49" charset="0"/>
              </a:rPr>
              <a:t> </a:t>
            </a:r>
            <a:r>
              <a:rPr lang="de-DE" sz="2000" b="0" dirty="0">
                <a:solidFill>
                  <a:srgbClr val="953800"/>
                </a:solidFill>
                <a:effectLst/>
                <a:latin typeface="Consolas" panose="020B0609020204030204" pitchFamily="49" charset="0"/>
              </a:rPr>
              <a:t>moveit</a:t>
            </a:r>
            <a:r>
              <a:rPr lang="de-DE" sz="2000" b="0" dirty="0">
                <a:solidFill>
                  <a:srgbClr val="1F2328"/>
                </a:solidFill>
                <a:effectLst/>
                <a:latin typeface="Consolas" panose="020B0609020204030204" pitchFamily="49" charset="0"/>
              </a:rPr>
              <a:t> {</a:t>
            </a:r>
          </a:p>
          <a:p>
            <a:pPr>
              <a:lnSpc>
                <a:spcPts val="1425"/>
              </a:lnSpc>
              <a:buNone/>
            </a:pP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from</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left</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0</a:t>
            </a:r>
            <a:r>
              <a:rPr lang="de-DE" sz="2000" b="0" dirty="0">
                <a:solidFill>
                  <a:srgbClr val="1F2328"/>
                </a:solidFill>
                <a:effectLst/>
                <a:latin typeface="Consolas" panose="020B0609020204030204" pitchFamily="49" charset="0"/>
              </a:rPr>
              <a:t>;}</a:t>
            </a:r>
          </a:p>
          <a:p>
            <a:pPr>
              <a:lnSpc>
                <a:spcPts val="1425"/>
              </a:lnSpc>
              <a:buNone/>
            </a:pP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to</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left</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50</a:t>
            </a:r>
            <a:r>
              <a:rPr lang="de-DE" sz="2000" b="0" dirty="0">
                <a:solidFill>
                  <a:srgbClr val="CF222E"/>
                </a:solidFill>
                <a:effectLst/>
                <a:latin typeface="Consolas" panose="020B0609020204030204" pitchFamily="49" charset="0"/>
              </a:rPr>
              <a:t>%</a:t>
            </a:r>
            <a:r>
              <a:rPr lang="de-DE" sz="2000" b="0" dirty="0">
                <a:solidFill>
                  <a:srgbClr val="1F2328"/>
                </a:solidFill>
                <a:effectLst/>
                <a:latin typeface="Consolas" panose="020B0609020204030204" pitchFamily="49" charset="0"/>
              </a:rPr>
              <a:t>;}</a:t>
            </a:r>
          </a:p>
          <a:p>
            <a:pPr>
              <a:lnSpc>
                <a:spcPts val="1425"/>
              </a:lnSpc>
              <a:buNone/>
            </a:pPr>
            <a:r>
              <a:rPr lang="de-DE" sz="2000" b="0" dirty="0">
                <a:solidFill>
                  <a:srgbClr val="1F2328"/>
                </a:solidFill>
                <a:effectLst/>
                <a:latin typeface="Consolas" panose="020B0609020204030204" pitchFamily="49" charset="0"/>
              </a:rPr>
              <a:t>}</a:t>
            </a:r>
          </a:p>
        </p:txBody>
      </p:sp>
      <p:sp>
        <p:nvSpPr>
          <p:cNvPr id="3" name="TextBox 2">
            <a:extLst>
              <a:ext uri="{FF2B5EF4-FFF2-40B4-BE49-F238E27FC236}">
                <a16:creationId xmlns:a16="http://schemas.microsoft.com/office/drawing/2014/main" id="{448F8956-7542-8DA7-0A00-688CD0146B0E}"/>
              </a:ext>
            </a:extLst>
          </p:cNvPr>
          <p:cNvSpPr txBox="1"/>
          <p:nvPr/>
        </p:nvSpPr>
        <p:spPr>
          <a:xfrm>
            <a:off x="728472" y="1544182"/>
            <a:ext cx="3596640" cy="1261884"/>
          </a:xfrm>
          <a:prstGeom prst="rect">
            <a:avLst/>
          </a:prstGeom>
          <a:noFill/>
        </p:spPr>
        <p:txBody>
          <a:bodyPr wrap="square" rtlCol="0">
            <a:spAutoFit/>
          </a:bodyPr>
          <a:lstStyle/>
          <a:p>
            <a:r>
              <a:rPr lang="en-US" sz="2000" dirty="0"/>
              <a:t>From A starting offset of 0%.</a:t>
            </a:r>
          </a:p>
          <a:p>
            <a:r>
              <a:rPr lang="en-US" sz="2000" dirty="0"/>
              <a:t>To An ending offset of 100%.</a:t>
            </a:r>
          </a:p>
          <a:p>
            <a:endParaRPr lang="en-US" dirty="0"/>
          </a:p>
          <a:p>
            <a:endParaRPr lang="de-DE" dirty="0"/>
          </a:p>
        </p:txBody>
      </p:sp>
      <p:sp>
        <p:nvSpPr>
          <p:cNvPr id="5" name="TextBox 4">
            <a:extLst>
              <a:ext uri="{FF2B5EF4-FFF2-40B4-BE49-F238E27FC236}">
                <a16:creationId xmlns:a16="http://schemas.microsoft.com/office/drawing/2014/main" id="{95E2DF47-A9B9-2813-48A6-302FAB199773}"/>
              </a:ext>
            </a:extLst>
          </p:cNvPr>
          <p:cNvSpPr txBox="1"/>
          <p:nvPr/>
        </p:nvSpPr>
        <p:spPr>
          <a:xfrm>
            <a:off x="5928360" y="3908361"/>
            <a:ext cx="6094476" cy="1363578"/>
          </a:xfrm>
          <a:prstGeom prst="rect">
            <a:avLst/>
          </a:prstGeom>
          <a:noFill/>
        </p:spPr>
        <p:txBody>
          <a:bodyPr wrap="square">
            <a:spAutoFit/>
          </a:bodyPr>
          <a:lstStyle/>
          <a:p>
            <a:pPr>
              <a:lnSpc>
                <a:spcPts val="1425"/>
              </a:lnSpc>
              <a:buNone/>
            </a:pPr>
            <a:r>
              <a:rPr lang="de-DE" sz="2000" b="0" dirty="0">
                <a:solidFill>
                  <a:srgbClr val="CF222E"/>
                </a:solidFill>
                <a:effectLst/>
                <a:latin typeface="Consolas" panose="020B0609020204030204" pitchFamily="49" charset="0"/>
              </a:rPr>
              <a:t>@keyframes</a:t>
            </a:r>
            <a:r>
              <a:rPr lang="de-DE" sz="2000" b="0" dirty="0">
                <a:solidFill>
                  <a:srgbClr val="1F2328"/>
                </a:solidFill>
                <a:effectLst/>
                <a:latin typeface="Consolas" panose="020B0609020204030204" pitchFamily="49" charset="0"/>
              </a:rPr>
              <a:t> </a:t>
            </a:r>
            <a:r>
              <a:rPr lang="de-DE" sz="2000" b="0" dirty="0">
                <a:solidFill>
                  <a:srgbClr val="953800"/>
                </a:solidFill>
                <a:effectLst/>
                <a:latin typeface="Consolas" panose="020B0609020204030204" pitchFamily="49" charset="0"/>
              </a:rPr>
              <a:t>slide-bounce</a:t>
            </a:r>
            <a:r>
              <a:rPr lang="de-DE" sz="2000" b="0" dirty="0">
                <a:solidFill>
                  <a:srgbClr val="1F2328"/>
                </a:solidFill>
                <a:effectLst/>
                <a:latin typeface="Consolas" panose="020B0609020204030204" pitchFamily="49" charset="0"/>
              </a:rPr>
              <a:t> {</a:t>
            </a:r>
          </a:p>
          <a:p>
            <a:pPr>
              <a:lnSpc>
                <a:spcPts val="1425"/>
              </a:lnSpc>
              <a:buNone/>
            </a:pP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0%</a:t>
            </a:r>
            <a:r>
              <a:rPr lang="de-DE" sz="2000" b="0" dirty="0">
                <a:solidFill>
                  <a:srgbClr val="1F2328"/>
                </a:solidFill>
                <a:effectLst/>
                <a:latin typeface="Consolas" panose="020B0609020204030204" pitchFamily="49" charset="0"/>
              </a:rPr>
              <a:t>   { </a:t>
            </a:r>
            <a:r>
              <a:rPr lang="de-DE" sz="2000" b="0" dirty="0">
                <a:solidFill>
                  <a:srgbClr val="0550AE"/>
                </a:solidFill>
                <a:effectLst/>
                <a:latin typeface="Consolas" panose="020B0609020204030204" pitchFamily="49" charset="0"/>
              </a:rPr>
              <a:t>transform</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translateX</a:t>
            </a:r>
            <a:r>
              <a:rPr lang="de-DE" sz="2000" b="0" dirty="0">
                <a:solidFill>
                  <a:srgbClr val="1F2328"/>
                </a:solidFill>
                <a:effectLst/>
                <a:latin typeface="Consolas" panose="020B0609020204030204" pitchFamily="49" charset="0"/>
              </a:rPr>
              <a:t>(</a:t>
            </a:r>
            <a:r>
              <a:rPr lang="de-DE" sz="2000" b="0" dirty="0">
                <a:solidFill>
                  <a:srgbClr val="0550AE"/>
                </a:solidFill>
                <a:effectLst/>
                <a:latin typeface="Consolas" panose="020B0609020204030204" pitchFamily="49" charset="0"/>
              </a:rPr>
              <a:t>0</a:t>
            </a:r>
            <a:r>
              <a:rPr lang="de-DE" sz="2000" b="0" dirty="0">
                <a:solidFill>
                  <a:srgbClr val="1F2328"/>
                </a:solidFill>
                <a:effectLst/>
                <a:latin typeface="Consolas" panose="020B0609020204030204" pitchFamily="49" charset="0"/>
              </a:rPr>
              <a:t>); }</a:t>
            </a:r>
          </a:p>
          <a:p>
            <a:pPr>
              <a:lnSpc>
                <a:spcPts val="1425"/>
              </a:lnSpc>
              <a:buNone/>
            </a:pP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40%</a:t>
            </a:r>
            <a:r>
              <a:rPr lang="de-DE" sz="2000" b="0" dirty="0">
                <a:solidFill>
                  <a:srgbClr val="1F2328"/>
                </a:solidFill>
                <a:effectLst/>
                <a:latin typeface="Consolas" panose="020B0609020204030204" pitchFamily="49" charset="0"/>
              </a:rPr>
              <a:t>  { </a:t>
            </a:r>
            <a:r>
              <a:rPr lang="de-DE" sz="2000" b="0" dirty="0">
                <a:solidFill>
                  <a:srgbClr val="0550AE"/>
                </a:solidFill>
                <a:effectLst/>
                <a:latin typeface="Consolas" panose="020B0609020204030204" pitchFamily="49" charset="0"/>
              </a:rPr>
              <a:t>transform</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translateX</a:t>
            </a:r>
            <a:r>
              <a:rPr lang="de-DE" sz="2000" b="0" dirty="0">
                <a:solidFill>
                  <a:srgbClr val="1F2328"/>
                </a:solidFill>
                <a:effectLst/>
                <a:latin typeface="Consolas" panose="020B0609020204030204" pitchFamily="49" charset="0"/>
              </a:rPr>
              <a:t>(</a:t>
            </a:r>
            <a:r>
              <a:rPr lang="de-DE" sz="2000" b="0" dirty="0">
                <a:solidFill>
                  <a:srgbClr val="0550AE"/>
                </a:solidFill>
                <a:effectLst/>
                <a:latin typeface="Consolas" panose="020B0609020204030204" pitchFamily="49" charset="0"/>
              </a:rPr>
              <a:t>200</a:t>
            </a:r>
            <a:r>
              <a:rPr lang="de-DE" sz="2000" b="0" dirty="0">
                <a:solidFill>
                  <a:srgbClr val="CF222E"/>
                </a:solidFill>
                <a:effectLst/>
                <a:latin typeface="Consolas" panose="020B0609020204030204" pitchFamily="49" charset="0"/>
              </a:rPr>
              <a:t>px</a:t>
            </a:r>
            <a:r>
              <a:rPr lang="de-DE" sz="2000" b="0" dirty="0">
                <a:solidFill>
                  <a:srgbClr val="1F2328"/>
                </a:solidFill>
                <a:effectLst/>
                <a:latin typeface="Consolas" panose="020B0609020204030204" pitchFamily="49" charset="0"/>
              </a:rPr>
              <a:t>); }</a:t>
            </a:r>
          </a:p>
          <a:p>
            <a:pPr>
              <a:lnSpc>
                <a:spcPts val="1425"/>
              </a:lnSpc>
              <a:buNone/>
            </a:pP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60%</a:t>
            </a:r>
            <a:r>
              <a:rPr lang="de-DE" sz="2000" b="0" dirty="0">
                <a:solidFill>
                  <a:srgbClr val="1F2328"/>
                </a:solidFill>
                <a:effectLst/>
                <a:latin typeface="Consolas" panose="020B0609020204030204" pitchFamily="49" charset="0"/>
              </a:rPr>
              <a:t>  { </a:t>
            </a:r>
            <a:r>
              <a:rPr lang="de-DE" sz="2000" b="0" dirty="0">
                <a:solidFill>
                  <a:srgbClr val="0550AE"/>
                </a:solidFill>
                <a:effectLst/>
                <a:latin typeface="Consolas" panose="020B0609020204030204" pitchFamily="49" charset="0"/>
              </a:rPr>
              <a:t>transform</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translateX</a:t>
            </a:r>
            <a:r>
              <a:rPr lang="de-DE" sz="2000" b="0" dirty="0">
                <a:solidFill>
                  <a:srgbClr val="1F2328"/>
                </a:solidFill>
                <a:effectLst/>
                <a:latin typeface="Consolas" panose="020B0609020204030204" pitchFamily="49" charset="0"/>
              </a:rPr>
              <a:t>(</a:t>
            </a:r>
            <a:r>
              <a:rPr lang="de-DE" sz="2000" b="0" dirty="0">
                <a:solidFill>
                  <a:srgbClr val="0550AE"/>
                </a:solidFill>
                <a:effectLst/>
                <a:latin typeface="Consolas" panose="020B0609020204030204" pitchFamily="49" charset="0"/>
              </a:rPr>
              <a:t>160</a:t>
            </a:r>
            <a:r>
              <a:rPr lang="de-DE" sz="2000" b="0" dirty="0">
                <a:solidFill>
                  <a:srgbClr val="CF222E"/>
                </a:solidFill>
                <a:effectLst/>
                <a:latin typeface="Consolas" panose="020B0609020204030204" pitchFamily="49" charset="0"/>
              </a:rPr>
              <a:t>px</a:t>
            </a:r>
            <a:r>
              <a:rPr lang="de-DE" sz="2000" b="0" dirty="0">
                <a:solidFill>
                  <a:srgbClr val="1F2328"/>
                </a:solidFill>
                <a:effectLst/>
                <a:latin typeface="Consolas" panose="020B0609020204030204" pitchFamily="49" charset="0"/>
              </a:rPr>
              <a:t>); }  </a:t>
            </a:r>
          </a:p>
          <a:p>
            <a:pPr>
              <a:lnSpc>
                <a:spcPts val="1425"/>
              </a:lnSpc>
              <a:buNone/>
            </a:pP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80%</a:t>
            </a:r>
            <a:r>
              <a:rPr lang="de-DE" sz="2000" b="0" dirty="0">
                <a:solidFill>
                  <a:srgbClr val="1F2328"/>
                </a:solidFill>
                <a:effectLst/>
                <a:latin typeface="Consolas" panose="020B0609020204030204" pitchFamily="49" charset="0"/>
              </a:rPr>
              <a:t>  { </a:t>
            </a:r>
            <a:r>
              <a:rPr lang="de-DE" sz="2000" b="0" dirty="0">
                <a:solidFill>
                  <a:srgbClr val="0550AE"/>
                </a:solidFill>
                <a:effectLst/>
                <a:latin typeface="Consolas" panose="020B0609020204030204" pitchFamily="49" charset="0"/>
              </a:rPr>
              <a:t>transform</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translateX</a:t>
            </a:r>
            <a:r>
              <a:rPr lang="de-DE" sz="2000" b="0" dirty="0">
                <a:solidFill>
                  <a:srgbClr val="1F2328"/>
                </a:solidFill>
                <a:effectLst/>
                <a:latin typeface="Consolas" panose="020B0609020204030204" pitchFamily="49" charset="0"/>
              </a:rPr>
              <a:t>(</a:t>
            </a:r>
            <a:r>
              <a:rPr lang="de-DE" sz="2000" b="0" dirty="0">
                <a:solidFill>
                  <a:srgbClr val="0550AE"/>
                </a:solidFill>
                <a:effectLst/>
                <a:latin typeface="Consolas" panose="020B0609020204030204" pitchFamily="49" charset="0"/>
              </a:rPr>
              <a:t>200</a:t>
            </a:r>
            <a:r>
              <a:rPr lang="de-DE" sz="2000" b="0" dirty="0">
                <a:solidFill>
                  <a:srgbClr val="CF222E"/>
                </a:solidFill>
                <a:effectLst/>
                <a:latin typeface="Consolas" panose="020B0609020204030204" pitchFamily="49" charset="0"/>
              </a:rPr>
              <a:t>px</a:t>
            </a:r>
            <a:r>
              <a:rPr lang="de-DE" sz="2000" b="0" dirty="0">
                <a:solidFill>
                  <a:srgbClr val="1F2328"/>
                </a:solidFill>
                <a:effectLst/>
                <a:latin typeface="Consolas" panose="020B0609020204030204" pitchFamily="49" charset="0"/>
              </a:rPr>
              <a:t>); }</a:t>
            </a:r>
          </a:p>
          <a:p>
            <a:pPr>
              <a:lnSpc>
                <a:spcPts val="1425"/>
              </a:lnSpc>
              <a:buNone/>
            </a:pP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100%</a:t>
            </a:r>
            <a:r>
              <a:rPr lang="de-DE" sz="2000" b="0" dirty="0">
                <a:solidFill>
                  <a:srgbClr val="1F2328"/>
                </a:solidFill>
                <a:effectLst/>
                <a:latin typeface="Consolas" panose="020B0609020204030204" pitchFamily="49" charset="0"/>
              </a:rPr>
              <a:t> { </a:t>
            </a:r>
            <a:r>
              <a:rPr lang="de-DE" sz="2000" b="0" dirty="0">
                <a:solidFill>
                  <a:srgbClr val="0550AE"/>
                </a:solidFill>
                <a:effectLst/>
                <a:latin typeface="Consolas" panose="020B0609020204030204" pitchFamily="49" charset="0"/>
              </a:rPr>
              <a:t>transform</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translateX</a:t>
            </a:r>
            <a:r>
              <a:rPr lang="de-DE" sz="2000" b="0" dirty="0">
                <a:solidFill>
                  <a:srgbClr val="1F2328"/>
                </a:solidFill>
                <a:effectLst/>
                <a:latin typeface="Consolas" panose="020B0609020204030204" pitchFamily="49" charset="0"/>
              </a:rPr>
              <a:t>(</a:t>
            </a:r>
            <a:r>
              <a:rPr lang="de-DE" sz="2000" b="0" dirty="0">
                <a:solidFill>
                  <a:srgbClr val="0550AE"/>
                </a:solidFill>
                <a:effectLst/>
                <a:latin typeface="Consolas" panose="020B0609020204030204" pitchFamily="49" charset="0"/>
              </a:rPr>
              <a:t>0</a:t>
            </a:r>
            <a:r>
              <a:rPr lang="de-DE" sz="2000" b="0" dirty="0">
                <a:solidFill>
                  <a:srgbClr val="1F2328"/>
                </a:solidFill>
                <a:effectLst/>
                <a:latin typeface="Consolas" panose="020B0609020204030204" pitchFamily="49" charset="0"/>
              </a:rPr>
              <a:t>); }</a:t>
            </a:r>
          </a:p>
          <a:p>
            <a:pPr>
              <a:lnSpc>
                <a:spcPts val="1425"/>
              </a:lnSpc>
              <a:buNone/>
            </a:pPr>
            <a:r>
              <a:rPr lang="de-DE" sz="2000" b="0" dirty="0">
                <a:solidFill>
                  <a:srgbClr val="1F2328"/>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4B9CFA51-38FA-F2B0-55FD-1FE4423DE52D}"/>
              </a:ext>
            </a:extLst>
          </p:cNvPr>
          <p:cNvSpPr txBox="1"/>
          <p:nvPr/>
        </p:nvSpPr>
        <p:spPr>
          <a:xfrm>
            <a:off x="5776722" y="837227"/>
            <a:ext cx="6176772" cy="646331"/>
          </a:xfrm>
          <a:prstGeom prst="rect">
            <a:avLst/>
          </a:prstGeom>
          <a:noFill/>
        </p:spPr>
        <p:txBody>
          <a:bodyPr wrap="square">
            <a:spAutoFit/>
          </a:bodyPr>
          <a:lstStyle/>
          <a:p>
            <a:r>
              <a:rPr lang="de-DE" b="1" dirty="0"/>
              <a:t>Bewegung selbst definieren.</a:t>
            </a:r>
            <a:br>
              <a:rPr lang="de-DE" dirty="0"/>
            </a:br>
            <a:r>
              <a:rPr lang="de-DE" dirty="0"/>
              <a:t>Mehrere Schritte von Start bis Ende möglich.</a:t>
            </a:r>
          </a:p>
        </p:txBody>
      </p:sp>
    </p:spTree>
    <p:extLst>
      <p:ext uri="{BB962C8B-B14F-4D97-AF65-F5344CB8AC3E}">
        <p14:creationId xmlns:p14="http://schemas.microsoft.com/office/powerpoint/2010/main" val="31235242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3E820-3228-1CE4-3E0D-D20FA340DBA1}"/>
              </a:ext>
            </a:extLst>
          </p:cNvPr>
          <p:cNvSpPr>
            <a:spLocks noGrp="1"/>
          </p:cNvSpPr>
          <p:nvPr>
            <p:ph type="title"/>
          </p:nvPr>
        </p:nvSpPr>
        <p:spPr/>
        <p:txBody>
          <a:bodyPr/>
          <a:lstStyle/>
          <a:p>
            <a:r>
              <a:rPr lang="de-DE" dirty="0"/>
              <a:t>Animated Elements</a:t>
            </a:r>
          </a:p>
        </p:txBody>
      </p:sp>
      <p:sp>
        <p:nvSpPr>
          <p:cNvPr id="4" name="TextBox 3">
            <a:extLst>
              <a:ext uri="{FF2B5EF4-FFF2-40B4-BE49-F238E27FC236}">
                <a16:creationId xmlns:a16="http://schemas.microsoft.com/office/drawing/2014/main" id="{48701C36-A375-C62E-32D9-200EB4F750AA}"/>
              </a:ext>
            </a:extLst>
          </p:cNvPr>
          <p:cNvSpPr txBox="1"/>
          <p:nvPr/>
        </p:nvSpPr>
        <p:spPr>
          <a:xfrm>
            <a:off x="3776472" y="2228671"/>
            <a:ext cx="4215384" cy="1261884"/>
          </a:xfrm>
          <a:prstGeom prst="rect">
            <a:avLst/>
          </a:prstGeom>
          <a:noFill/>
        </p:spPr>
        <p:txBody>
          <a:bodyPr wrap="square" rtlCol="0">
            <a:spAutoFit/>
          </a:bodyPr>
          <a:lstStyle/>
          <a:p>
            <a:r>
              <a:rPr lang="de-DE" sz="2000" dirty="0"/>
              <a:t>@keyframes → beschreibt Bewegung</a:t>
            </a:r>
          </a:p>
          <a:p>
            <a:r>
              <a:rPr lang="de-DE" sz="2000" dirty="0"/>
              <a:t>animation → startet Bewegung</a:t>
            </a:r>
          </a:p>
          <a:p>
            <a:endParaRPr lang="de-DE" dirty="0"/>
          </a:p>
          <a:p>
            <a:endParaRPr lang="de-DE" dirty="0"/>
          </a:p>
        </p:txBody>
      </p:sp>
      <p:sp>
        <p:nvSpPr>
          <p:cNvPr id="6" name="TextBox 5">
            <a:extLst>
              <a:ext uri="{FF2B5EF4-FFF2-40B4-BE49-F238E27FC236}">
                <a16:creationId xmlns:a16="http://schemas.microsoft.com/office/drawing/2014/main" id="{9BBDAA44-E77C-E386-D61B-EE838593B7C8}"/>
              </a:ext>
            </a:extLst>
          </p:cNvPr>
          <p:cNvSpPr txBox="1"/>
          <p:nvPr/>
        </p:nvSpPr>
        <p:spPr>
          <a:xfrm>
            <a:off x="3776472" y="3429000"/>
            <a:ext cx="6758938" cy="1722651"/>
          </a:xfrm>
          <a:prstGeom prst="rect">
            <a:avLst/>
          </a:prstGeom>
          <a:noFill/>
        </p:spPr>
        <p:txBody>
          <a:bodyPr wrap="square">
            <a:spAutoFit/>
          </a:bodyPr>
          <a:lstStyle/>
          <a:p>
            <a:pPr>
              <a:lnSpc>
                <a:spcPts val="1425"/>
              </a:lnSpc>
              <a:buNone/>
            </a:pPr>
            <a:r>
              <a:rPr lang="de-DE" sz="2000" b="0" dirty="0">
                <a:solidFill>
                  <a:srgbClr val="CF222E"/>
                </a:solidFill>
                <a:effectLst/>
                <a:latin typeface="Consolas" panose="020B0609020204030204" pitchFamily="49" charset="0"/>
              </a:rPr>
              <a:t>@keyframes</a:t>
            </a:r>
            <a:r>
              <a:rPr lang="de-DE" sz="2000" b="0" dirty="0">
                <a:solidFill>
                  <a:srgbClr val="1F2328"/>
                </a:solidFill>
                <a:effectLst/>
                <a:latin typeface="Consolas" panose="020B0609020204030204" pitchFamily="49" charset="0"/>
              </a:rPr>
              <a:t> </a:t>
            </a:r>
            <a:r>
              <a:rPr lang="de-DE" sz="2000" b="0" dirty="0">
                <a:solidFill>
                  <a:srgbClr val="953800"/>
                </a:solidFill>
                <a:effectLst/>
                <a:latin typeface="Consolas" panose="020B0609020204030204" pitchFamily="49" charset="0"/>
              </a:rPr>
              <a:t>spin</a:t>
            </a:r>
            <a:r>
              <a:rPr lang="de-DE" sz="2000" b="0" dirty="0">
                <a:solidFill>
                  <a:srgbClr val="1F2328"/>
                </a:solidFill>
                <a:effectLst/>
                <a:latin typeface="Consolas" panose="020B0609020204030204" pitchFamily="49" charset="0"/>
              </a:rPr>
              <a:t> { -&gt; Beschreibt</a:t>
            </a:r>
          </a:p>
          <a:p>
            <a:pPr>
              <a:lnSpc>
                <a:spcPts val="1425"/>
              </a:lnSpc>
              <a:buNone/>
            </a:pP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from</a:t>
            </a:r>
            <a:r>
              <a:rPr lang="de-DE" sz="2000" b="0" dirty="0">
                <a:solidFill>
                  <a:srgbClr val="1F2328"/>
                </a:solidFill>
                <a:effectLst/>
                <a:latin typeface="Consolas" panose="020B0609020204030204" pitchFamily="49" charset="0"/>
              </a:rPr>
              <a:t> { </a:t>
            </a:r>
            <a:r>
              <a:rPr lang="de-DE" sz="2000" b="0" dirty="0">
                <a:solidFill>
                  <a:srgbClr val="0550AE"/>
                </a:solidFill>
                <a:effectLst/>
                <a:latin typeface="Consolas" panose="020B0609020204030204" pitchFamily="49" charset="0"/>
              </a:rPr>
              <a:t>transform</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rotate</a:t>
            </a:r>
            <a:r>
              <a:rPr lang="de-DE" sz="2000" b="0" dirty="0">
                <a:solidFill>
                  <a:srgbClr val="1F2328"/>
                </a:solidFill>
                <a:effectLst/>
                <a:latin typeface="Consolas" panose="020B0609020204030204" pitchFamily="49" charset="0"/>
              </a:rPr>
              <a:t>(</a:t>
            </a:r>
            <a:r>
              <a:rPr lang="de-DE" sz="2000" b="0" dirty="0">
                <a:solidFill>
                  <a:srgbClr val="0550AE"/>
                </a:solidFill>
                <a:effectLst/>
                <a:latin typeface="Consolas" panose="020B0609020204030204" pitchFamily="49" charset="0"/>
              </a:rPr>
              <a:t>0</a:t>
            </a:r>
            <a:r>
              <a:rPr lang="de-DE" sz="2000" b="0" dirty="0">
                <a:solidFill>
                  <a:srgbClr val="CF222E"/>
                </a:solidFill>
                <a:effectLst/>
                <a:latin typeface="Consolas" panose="020B0609020204030204" pitchFamily="49" charset="0"/>
              </a:rPr>
              <a:t>deg</a:t>
            </a:r>
            <a:r>
              <a:rPr lang="de-DE" sz="2000" b="0" dirty="0">
                <a:solidFill>
                  <a:srgbClr val="1F2328"/>
                </a:solidFill>
                <a:effectLst/>
                <a:latin typeface="Consolas" panose="020B0609020204030204" pitchFamily="49" charset="0"/>
              </a:rPr>
              <a:t>); }</a:t>
            </a:r>
          </a:p>
          <a:p>
            <a:pPr>
              <a:lnSpc>
                <a:spcPts val="1425"/>
              </a:lnSpc>
              <a:buNone/>
            </a:pP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to</a:t>
            </a:r>
            <a:r>
              <a:rPr lang="de-DE" sz="2000" b="0" dirty="0">
                <a:solidFill>
                  <a:srgbClr val="1F2328"/>
                </a:solidFill>
                <a:effectLst/>
                <a:latin typeface="Consolas" panose="020B0609020204030204" pitchFamily="49" charset="0"/>
              </a:rPr>
              <a:t>   { </a:t>
            </a:r>
            <a:r>
              <a:rPr lang="de-DE" sz="2000" b="0" dirty="0">
                <a:solidFill>
                  <a:srgbClr val="0550AE"/>
                </a:solidFill>
                <a:effectLst/>
                <a:latin typeface="Consolas" panose="020B0609020204030204" pitchFamily="49" charset="0"/>
              </a:rPr>
              <a:t>transform</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rotate</a:t>
            </a:r>
            <a:r>
              <a:rPr lang="de-DE" sz="2000" b="0" dirty="0">
                <a:solidFill>
                  <a:srgbClr val="1F2328"/>
                </a:solidFill>
                <a:effectLst/>
                <a:latin typeface="Consolas" panose="020B0609020204030204" pitchFamily="49" charset="0"/>
              </a:rPr>
              <a:t>(</a:t>
            </a:r>
            <a:r>
              <a:rPr lang="de-DE" sz="2000" b="0" dirty="0">
                <a:solidFill>
                  <a:srgbClr val="0550AE"/>
                </a:solidFill>
                <a:effectLst/>
                <a:latin typeface="Consolas" panose="020B0609020204030204" pitchFamily="49" charset="0"/>
              </a:rPr>
              <a:t>360</a:t>
            </a:r>
            <a:r>
              <a:rPr lang="de-DE" sz="2000" b="0" dirty="0">
                <a:solidFill>
                  <a:srgbClr val="CF222E"/>
                </a:solidFill>
                <a:effectLst/>
                <a:latin typeface="Consolas" panose="020B0609020204030204" pitchFamily="49" charset="0"/>
              </a:rPr>
              <a:t>deg</a:t>
            </a:r>
            <a:r>
              <a:rPr lang="de-DE" sz="2000" b="0" dirty="0">
                <a:solidFill>
                  <a:srgbClr val="1F2328"/>
                </a:solidFill>
                <a:effectLst/>
                <a:latin typeface="Consolas" panose="020B0609020204030204" pitchFamily="49" charset="0"/>
              </a:rPr>
              <a:t>); }</a:t>
            </a:r>
          </a:p>
          <a:p>
            <a:pPr>
              <a:lnSpc>
                <a:spcPts val="1425"/>
              </a:lnSpc>
              <a:buNone/>
            </a:pPr>
            <a:r>
              <a:rPr lang="de-DE" sz="2000" b="0" dirty="0">
                <a:solidFill>
                  <a:srgbClr val="1F2328"/>
                </a:solidFill>
                <a:effectLst/>
                <a:latin typeface="Consolas" panose="020B0609020204030204" pitchFamily="49" charset="0"/>
              </a:rPr>
              <a:t>}</a:t>
            </a:r>
          </a:p>
          <a:p>
            <a:pPr>
              <a:lnSpc>
                <a:spcPts val="1425"/>
              </a:lnSpc>
              <a:buNone/>
            </a:pPr>
            <a:br>
              <a:rPr lang="de-DE" sz="2000" b="0" dirty="0">
                <a:solidFill>
                  <a:srgbClr val="1F2328"/>
                </a:solidFill>
                <a:effectLst/>
                <a:latin typeface="Consolas" panose="020B0609020204030204" pitchFamily="49" charset="0"/>
              </a:rPr>
            </a:br>
            <a:r>
              <a:rPr lang="de-DE" sz="2000" b="0" dirty="0">
                <a:solidFill>
                  <a:srgbClr val="0550AE"/>
                </a:solidFill>
                <a:effectLst/>
                <a:latin typeface="Consolas" panose="020B0609020204030204" pitchFamily="49" charset="0"/>
              </a:rPr>
              <a:t>.spinner</a:t>
            </a:r>
            <a:r>
              <a:rPr lang="de-DE" sz="2000" b="0" dirty="0">
                <a:solidFill>
                  <a:srgbClr val="1F2328"/>
                </a:solidFill>
                <a:effectLst/>
                <a:latin typeface="Consolas" panose="020B0609020204030204" pitchFamily="49" charset="0"/>
              </a:rPr>
              <a:t> {</a:t>
            </a:r>
          </a:p>
          <a:p>
            <a:pPr>
              <a:lnSpc>
                <a:spcPts val="1425"/>
              </a:lnSpc>
              <a:buNone/>
            </a:pP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animation</a:t>
            </a:r>
            <a:r>
              <a:rPr lang="de-DE" sz="2000" b="0" dirty="0">
                <a:solidFill>
                  <a:srgbClr val="1F2328"/>
                </a:solidFill>
                <a:effectLst/>
                <a:latin typeface="Consolas" panose="020B0609020204030204" pitchFamily="49" charset="0"/>
              </a:rPr>
              <a:t>: spin </a:t>
            </a:r>
            <a:r>
              <a:rPr lang="de-DE" sz="2000" b="0" dirty="0">
                <a:solidFill>
                  <a:srgbClr val="0550AE"/>
                </a:solidFill>
                <a:effectLst/>
                <a:latin typeface="Consolas" panose="020B0609020204030204" pitchFamily="49" charset="0"/>
              </a:rPr>
              <a:t>1</a:t>
            </a:r>
            <a:r>
              <a:rPr lang="de-DE" sz="2000" b="0" dirty="0">
                <a:solidFill>
                  <a:srgbClr val="CF222E"/>
                </a:solidFill>
                <a:effectLst/>
                <a:latin typeface="Consolas" panose="020B0609020204030204" pitchFamily="49" charset="0"/>
              </a:rPr>
              <a:t>s</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linear</a:t>
            </a:r>
            <a:r>
              <a:rPr lang="de-DE" sz="2000" b="0" dirty="0">
                <a:solidFill>
                  <a:srgbClr val="1F2328"/>
                </a:solidFill>
                <a:effectLst/>
                <a:latin typeface="Consolas" panose="020B0609020204030204" pitchFamily="49" charset="0"/>
              </a:rPr>
              <a:t> </a:t>
            </a:r>
            <a:r>
              <a:rPr lang="de-DE" sz="2000" b="0" dirty="0">
                <a:solidFill>
                  <a:srgbClr val="0550AE"/>
                </a:solidFill>
                <a:effectLst/>
                <a:latin typeface="Consolas" panose="020B0609020204030204" pitchFamily="49" charset="0"/>
              </a:rPr>
              <a:t>infinite</a:t>
            </a:r>
            <a:r>
              <a:rPr lang="de-DE" sz="2000" b="0" dirty="0">
                <a:solidFill>
                  <a:srgbClr val="1F2328"/>
                </a:solidFill>
                <a:effectLst/>
                <a:latin typeface="Consolas" panose="020B0609020204030204" pitchFamily="49" charset="0"/>
              </a:rPr>
              <a:t>; -&gt; startet</a:t>
            </a:r>
          </a:p>
          <a:p>
            <a:pPr>
              <a:lnSpc>
                <a:spcPts val="1425"/>
              </a:lnSpc>
              <a:buNone/>
            </a:pPr>
            <a:r>
              <a:rPr lang="de-DE" b="0" dirty="0">
                <a:solidFill>
                  <a:srgbClr val="1F2328"/>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223D1B1C-59E6-A490-1F31-22A8DB631A4F}"/>
              </a:ext>
            </a:extLst>
          </p:cNvPr>
          <p:cNvSpPr txBox="1"/>
          <p:nvPr/>
        </p:nvSpPr>
        <p:spPr>
          <a:xfrm>
            <a:off x="3477006" y="1383183"/>
            <a:ext cx="6094476" cy="646331"/>
          </a:xfrm>
          <a:prstGeom prst="rect">
            <a:avLst/>
          </a:prstGeom>
          <a:noFill/>
        </p:spPr>
        <p:txBody>
          <a:bodyPr wrap="square">
            <a:spAutoFit/>
          </a:bodyPr>
          <a:lstStyle/>
          <a:p>
            <a:r>
              <a:rPr lang="de-DE" b="1" dirty="0"/>
              <a:t>Animationen zur Verbesserung der User Experience.</a:t>
            </a:r>
            <a:br>
              <a:rPr lang="de-DE" dirty="0"/>
            </a:br>
            <a:r>
              <a:rPr lang="de-DE" dirty="0"/>
              <a:t>Feedback, Statusanzeige, sanftes Einblenden.</a:t>
            </a:r>
          </a:p>
        </p:txBody>
      </p:sp>
    </p:spTree>
    <p:extLst>
      <p:ext uri="{BB962C8B-B14F-4D97-AF65-F5344CB8AC3E}">
        <p14:creationId xmlns:p14="http://schemas.microsoft.com/office/powerpoint/2010/main" val="41549043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57FB5-0E62-7D5C-CFB6-567E4624B481}"/>
              </a:ext>
            </a:extLst>
          </p:cNvPr>
          <p:cNvSpPr>
            <a:spLocks noGrp="1"/>
          </p:cNvSpPr>
          <p:nvPr>
            <p:ph type="title"/>
          </p:nvPr>
        </p:nvSpPr>
        <p:spPr/>
        <p:txBody>
          <a:bodyPr/>
          <a:lstStyle/>
          <a:p>
            <a:r>
              <a:rPr lang="de-DE" dirty="0"/>
              <a:t>Complex Animations</a:t>
            </a:r>
          </a:p>
        </p:txBody>
      </p:sp>
      <p:sp>
        <p:nvSpPr>
          <p:cNvPr id="7" name="TextBox 6">
            <a:extLst>
              <a:ext uri="{FF2B5EF4-FFF2-40B4-BE49-F238E27FC236}">
                <a16:creationId xmlns:a16="http://schemas.microsoft.com/office/drawing/2014/main" id="{19AFEEA6-B6E6-A882-38A6-7AE84203497D}"/>
              </a:ext>
            </a:extLst>
          </p:cNvPr>
          <p:cNvSpPr txBox="1"/>
          <p:nvPr/>
        </p:nvSpPr>
        <p:spPr>
          <a:xfrm>
            <a:off x="2088261" y="2944368"/>
            <a:ext cx="8015478" cy="2620333"/>
          </a:xfrm>
          <a:prstGeom prst="rect">
            <a:avLst/>
          </a:prstGeom>
          <a:noFill/>
        </p:spPr>
        <p:txBody>
          <a:bodyPr wrap="square">
            <a:spAutoFit/>
          </a:bodyPr>
          <a:lstStyle/>
          <a:p>
            <a:pPr>
              <a:lnSpc>
                <a:spcPts val="1425"/>
              </a:lnSpc>
              <a:buNone/>
            </a:pPr>
            <a:r>
              <a:rPr lang="de-DE" b="0" dirty="0">
                <a:solidFill>
                  <a:srgbClr val="A0111F"/>
                </a:solidFill>
                <a:effectLst/>
                <a:latin typeface="Consolas" panose="020B0609020204030204" pitchFamily="49" charset="0"/>
              </a:rPr>
              <a:t>@keyframes</a:t>
            </a:r>
            <a:r>
              <a:rPr lang="de-DE" b="0" dirty="0">
                <a:solidFill>
                  <a:srgbClr val="0E1116"/>
                </a:solidFill>
                <a:effectLst/>
                <a:latin typeface="Consolas" panose="020B0609020204030204" pitchFamily="49" charset="0"/>
              </a:rPr>
              <a:t> </a:t>
            </a:r>
            <a:r>
              <a:rPr lang="de-DE" b="0" dirty="0">
                <a:solidFill>
                  <a:srgbClr val="702C00"/>
                </a:solidFill>
                <a:effectLst/>
                <a:latin typeface="Consolas" panose="020B0609020204030204" pitchFamily="49" charset="0"/>
              </a:rPr>
              <a:t>float</a:t>
            </a:r>
            <a:r>
              <a:rPr lang="de-DE" b="0" dirty="0">
                <a:solidFill>
                  <a:srgbClr val="0E1116"/>
                </a:solidFill>
                <a:effectLst/>
                <a:latin typeface="Consolas" panose="020B0609020204030204" pitchFamily="49" charset="0"/>
              </a:rPr>
              <a:t> {</a:t>
            </a:r>
          </a:p>
          <a:p>
            <a:pPr>
              <a:lnSpc>
                <a:spcPts val="1425"/>
              </a:lnSpc>
              <a:buNone/>
            </a:pP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0%</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100%</a:t>
            </a:r>
            <a:r>
              <a:rPr lang="de-DE" b="0" dirty="0">
                <a:solidFill>
                  <a:srgbClr val="0E1116"/>
                </a:solidFill>
                <a:effectLst/>
                <a:latin typeface="Consolas" panose="020B0609020204030204" pitchFamily="49" charset="0"/>
              </a:rPr>
              <a:t> { </a:t>
            </a:r>
            <a:r>
              <a:rPr lang="de-DE" b="0" dirty="0">
                <a:solidFill>
                  <a:srgbClr val="023B95"/>
                </a:solidFill>
                <a:effectLst/>
                <a:latin typeface="Consolas" panose="020B0609020204030204" pitchFamily="49" charset="0"/>
              </a:rPr>
              <a:t>transform</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translateY</a:t>
            </a:r>
            <a:r>
              <a:rPr lang="de-DE" b="0" dirty="0">
                <a:solidFill>
                  <a:srgbClr val="0E1116"/>
                </a:solidFill>
                <a:effectLst/>
                <a:latin typeface="Consolas" panose="020B0609020204030204" pitchFamily="49" charset="0"/>
              </a:rPr>
              <a:t>(</a:t>
            </a:r>
            <a:r>
              <a:rPr lang="de-DE" b="0" dirty="0">
                <a:solidFill>
                  <a:srgbClr val="023B95"/>
                </a:solidFill>
                <a:effectLst/>
                <a:latin typeface="Consolas" panose="020B0609020204030204" pitchFamily="49" charset="0"/>
              </a:rPr>
              <a:t>0</a:t>
            </a:r>
            <a:r>
              <a:rPr lang="de-DE" b="0" dirty="0">
                <a:solidFill>
                  <a:srgbClr val="0E1116"/>
                </a:solidFill>
                <a:effectLst/>
                <a:latin typeface="Consolas" panose="020B0609020204030204" pitchFamily="49" charset="0"/>
              </a:rPr>
              <a:t>); }</a:t>
            </a:r>
          </a:p>
          <a:p>
            <a:pPr>
              <a:lnSpc>
                <a:spcPts val="1425"/>
              </a:lnSpc>
              <a:buNone/>
            </a:pP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50%</a:t>
            </a:r>
            <a:r>
              <a:rPr lang="de-DE" b="0" dirty="0">
                <a:solidFill>
                  <a:srgbClr val="0E1116"/>
                </a:solidFill>
                <a:effectLst/>
                <a:latin typeface="Consolas" panose="020B0609020204030204" pitchFamily="49" charset="0"/>
              </a:rPr>
              <a:t>      { </a:t>
            </a:r>
            <a:r>
              <a:rPr lang="de-DE" b="0" dirty="0">
                <a:solidFill>
                  <a:srgbClr val="023B95"/>
                </a:solidFill>
                <a:effectLst/>
                <a:latin typeface="Consolas" panose="020B0609020204030204" pitchFamily="49" charset="0"/>
              </a:rPr>
              <a:t>transform</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translateY</a:t>
            </a:r>
            <a:r>
              <a:rPr lang="de-DE" b="0" dirty="0">
                <a:solidFill>
                  <a:srgbClr val="0E1116"/>
                </a:solidFill>
                <a:effectLst/>
                <a:latin typeface="Consolas" panose="020B0609020204030204" pitchFamily="49" charset="0"/>
              </a:rPr>
              <a:t>(</a:t>
            </a:r>
            <a:r>
              <a:rPr lang="de-DE" b="0" dirty="0">
                <a:solidFill>
                  <a:srgbClr val="023B95"/>
                </a:solidFill>
                <a:effectLst/>
                <a:latin typeface="Consolas" panose="020B0609020204030204" pitchFamily="49" charset="0"/>
              </a:rPr>
              <a:t>-15</a:t>
            </a:r>
            <a:r>
              <a:rPr lang="de-DE" b="0" dirty="0">
                <a:solidFill>
                  <a:srgbClr val="A0111F"/>
                </a:solidFill>
                <a:effectLst/>
                <a:latin typeface="Consolas" panose="020B0609020204030204" pitchFamily="49" charset="0"/>
              </a:rPr>
              <a:t>px</a:t>
            </a:r>
            <a:r>
              <a:rPr lang="de-DE" b="0" dirty="0">
                <a:solidFill>
                  <a:srgbClr val="0E1116"/>
                </a:solidFill>
                <a:effectLst/>
                <a:latin typeface="Consolas" panose="020B0609020204030204" pitchFamily="49" charset="0"/>
              </a:rPr>
              <a:t>); }</a:t>
            </a:r>
          </a:p>
          <a:p>
            <a:pPr>
              <a:lnSpc>
                <a:spcPts val="1425"/>
              </a:lnSpc>
              <a:buNone/>
            </a:pPr>
            <a:r>
              <a:rPr lang="de-DE" b="0" dirty="0">
                <a:solidFill>
                  <a:srgbClr val="0E1116"/>
                </a:solidFill>
                <a:effectLst/>
                <a:latin typeface="Consolas" panose="020B0609020204030204" pitchFamily="49" charset="0"/>
              </a:rPr>
              <a:t>}</a:t>
            </a:r>
          </a:p>
          <a:p>
            <a:pPr>
              <a:lnSpc>
                <a:spcPts val="1425"/>
              </a:lnSpc>
              <a:buNone/>
            </a:pPr>
            <a:r>
              <a:rPr lang="de-DE" b="0" dirty="0">
                <a:solidFill>
                  <a:srgbClr val="A0111F"/>
                </a:solidFill>
                <a:effectLst/>
                <a:latin typeface="Consolas" panose="020B0609020204030204" pitchFamily="49" charset="0"/>
              </a:rPr>
              <a:t>@keyframes</a:t>
            </a:r>
            <a:r>
              <a:rPr lang="de-DE" b="0" dirty="0">
                <a:solidFill>
                  <a:srgbClr val="0E1116"/>
                </a:solidFill>
                <a:effectLst/>
                <a:latin typeface="Consolas" panose="020B0609020204030204" pitchFamily="49" charset="0"/>
              </a:rPr>
              <a:t> </a:t>
            </a:r>
            <a:r>
              <a:rPr lang="de-DE" b="0" dirty="0">
                <a:solidFill>
                  <a:srgbClr val="702C00"/>
                </a:solidFill>
                <a:effectLst/>
                <a:latin typeface="Consolas" panose="020B0609020204030204" pitchFamily="49" charset="0"/>
              </a:rPr>
              <a:t>glow</a:t>
            </a:r>
            <a:r>
              <a:rPr lang="de-DE" b="0" dirty="0">
                <a:solidFill>
                  <a:srgbClr val="0E1116"/>
                </a:solidFill>
                <a:effectLst/>
                <a:latin typeface="Consolas" panose="020B0609020204030204" pitchFamily="49" charset="0"/>
              </a:rPr>
              <a:t> {</a:t>
            </a:r>
          </a:p>
          <a:p>
            <a:pPr>
              <a:lnSpc>
                <a:spcPts val="1425"/>
              </a:lnSpc>
              <a:buNone/>
            </a:pP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0%</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100%</a:t>
            </a:r>
            <a:r>
              <a:rPr lang="de-DE" b="0" dirty="0">
                <a:solidFill>
                  <a:srgbClr val="0E1116"/>
                </a:solidFill>
                <a:effectLst/>
                <a:latin typeface="Consolas" panose="020B0609020204030204" pitchFamily="49" charset="0"/>
              </a:rPr>
              <a:t> { </a:t>
            </a:r>
            <a:r>
              <a:rPr lang="de-DE" b="0" dirty="0">
                <a:solidFill>
                  <a:srgbClr val="023B95"/>
                </a:solidFill>
                <a:effectLst/>
                <a:latin typeface="Consolas" panose="020B0609020204030204" pitchFamily="49" charset="0"/>
              </a:rPr>
              <a:t>box-shadow</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0</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0</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5</a:t>
            </a:r>
            <a:r>
              <a:rPr lang="de-DE" b="0" dirty="0">
                <a:solidFill>
                  <a:srgbClr val="A0111F"/>
                </a:solidFill>
                <a:effectLst/>
                <a:latin typeface="Consolas" panose="020B0609020204030204" pitchFamily="49" charset="0"/>
              </a:rPr>
              <a:t>px</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rgba</a:t>
            </a:r>
            <a:r>
              <a:rPr lang="de-DE" b="0" dirty="0">
                <a:solidFill>
                  <a:srgbClr val="0E1116"/>
                </a:solidFill>
                <a:effectLst/>
                <a:latin typeface="Consolas" panose="020B0609020204030204" pitchFamily="49" charset="0"/>
              </a:rPr>
              <a:t>(</a:t>
            </a:r>
            <a:r>
              <a:rPr lang="de-DE" b="0" dirty="0">
                <a:solidFill>
                  <a:srgbClr val="023B95"/>
                </a:solidFill>
                <a:effectLst/>
                <a:latin typeface="Consolas" panose="020B0609020204030204" pitchFamily="49" charset="0"/>
              </a:rPr>
              <a:t>59</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130</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246</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0.2</a:t>
            </a:r>
            <a:r>
              <a:rPr lang="de-DE" b="0" dirty="0">
                <a:solidFill>
                  <a:srgbClr val="0E1116"/>
                </a:solidFill>
                <a:effectLst/>
                <a:latin typeface="Consolas" panose="020B0609020204030204" pitchFamily="49" charset="0"/>
              </a:rPr>
              <a:t>); }</a:t>
            </a:r>
          </a:p>
          <a:p>
            <a:pPr>
              <a:lnSpc>
                <a:spcPts val="1425"/>
              </a:lnSpc>
              <a:buNone/>
            </a:pP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50%</a:t>
            </a:r>
            <a:r>
              <a:rPr lang="de-DE" b="0" dirty="0">
                <a:solidFill>
                  <a:srgbClr val="0E1116"/>
                </a:solidFill>
                <a:effectLst/>
                <a:latin typeface="Consolas" panose="020B0609020204030204" pitchFamily="49" charset="0"/>
              </a:rPr>
              <a:t>      { </a:t>
            </a:r>
            <a:r>
              <a:rPr lang="de-DE" b="0" dirty="0">
                <a:solidFill>
                  <a:srgbClr val="023B95"/>
                </a:solidFill>
                <a:effectLst/>
                <a:latin typeface="Consolas" panose="020B0609020204030204" pitchFamily="49" charset="0"/>
              </a:rPr>
              <a:t>box-shadow</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0</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0</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20</a:t>
            </a:r>
            <a:r>
              <a:rPr lang="de-DE" b="0" dirty="0">
                <a:solidFill>
                  <a:srgbClr val="A0111F"/>
                </a:solidFill>
                <a:effectLst/>
                <a:latin typeface="Consolas" panose="020B0609020204030204" pitchFamily="49" charset="0"/>
              </a:rPr>
              <a:t>px</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rgba</a:t>
            </a:r>
            <a:r>
              <a:rPr lang="de-DE" b="0" dirty="0">
                <a:solidFill>
                  <a:srgbClr val="0E1116"/>
                </a:solidFill>
                <a:effectLst/>
                <a:latin typeface="Consolas" panose="020B0609020204030204" pitchFamily="49" charset="0"/>
              </a:rPr>
              <a:t>(</a:t>
            </a:r>
            <a:r>
              <a:rPr lang="de-DE" b="0" dirty="0">
                <a:solidFill>
                  <a:srgbClr val="023B95"/>
                </a:solidFill>
                <a:effectLst/>
                <a:latin typeface="Consolas" panose="020B0609020204030204" pitchFamily="49" charset="0"/>
              </a:rPr>
              <a:t>59</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130</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246</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0.6</a:t>
            </a:r>
            <a:r>
              <a:rPr lang="de-DE" b="0" dirty="0">
                <a:solidFill>
                  <a:srgbClr val="0E1116"/>
                </a:solidFill>
                <a:effectLst/>
                <a:latin typeface="Consolas" panose="020B0609020204030204" pitchFamily="49" charset="0"/>
              </a:rPr>
              <a:t>); }</a:t>
            </a:r>
          </a:p>
          <a:p>
            <a:pPr>
              <a:lnSpc>
                <a:spcPts val="1425"/>
              </a:lnSpc>
              <a:buNone/>
            </a:pPr>
            <a:r>
              <a:rPr lang="de-DE" b="0" dirty="0">
                <a:solidFill>
                  <a:srgbClr val="0E1116"/>
                </a:solidFill>
                <a:effectLst/>
                <a:latin typeface="Consolas" panose="020B0609020204030204" pitchFamily="49" charset="0"/>
              </a:rPr>
              <a:t>}</a:t>
            </a:r>
          </a:p>
          <a:p>
            <a:pPr>
              <a:lnSpc>
                <a:spcPts val="1425"/>
              </a:lnSpc>
              <a:buNone/>
            </a:pPr>
            <a:r>
              <a:rPr lang="de-DE" b="0" dirty="0">
                <a:solidFill>
                  <a:srgbClr val="023B95"/>
                </a:solidFill>
                <a:effectLst/>
                <a:latin typeface="Consolas" panose="020B0609020204030204" pitchFamily="49" charset="0"/>
              </a:rPr>
              <a:t>.box--chained</a:t>
            </a:r>
            <a:r>
              <a:rPr lang="de-DE" b="0" dirty="0">
                <a:solidFill>
                  <a:srgbClr val="0E1116"/>
                </a:solidFill>
                <a:effectLst/>
                <a:latin typeface="Consolas" panose="020B0609020204030204" pitchFamily="49" charset="0"/>
              </a:rPr>
              <a:t> {</a:t>
            </a:r>
          </a:p>
          <a:p>
            <a:pPr>
              <a:lnSpc>
                <a:spcPts val="1425"/>
              </a:lnSpc>
              <a:buNone/>
            </a:pP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animation</a:t>
            </a:r>
            <a:r>
              <a:rPr lang="de-DE" b="0" dirty="0">
                <a:solidFill>
                  <a:srgbClr val="0E1116"/>
                </a:solidFill>
                <a:effectLst/>
                <a:latin typeface="Consolas" panose="020B0609020204030204" pitchFamily="49" charset="0"/>
              </a:rPr>
              <a:t>: float </a:t>
            </a:r>
            <a:r>
              <a:rPr lang="de-DE" b="0" dirty="0">
                <a:solidFill>
                  <a:srgbClr val="023B95"/>
                </a:solidFill>
                <a:effectLst/>
                <a:latin typeface="Consolas" panose="020B0609020204030204" pitchFamily="49" charset="0"/>
              </a:rPr>
              <a:t>2</a:t>
            </a:r>
            <a:r>
              <a:rPr lang="de-DE" b="0" dirty="0">
                <a:solidFill>
                  <a:srgbClr val="A0111F"/>
                </a:solidFill>
                <a:effectLst/>
                <a:latin typeface="Consolas" panose="020B0609020204030204" pitchFamily="49" charset="0"/>
              </a:rPr>
              <a:t>s</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ease-in-out</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infinite</a:t>
            </a:r>
            <a:r>
              <a:rPr lang="de-DE" b="0" dirty="0">
                <a:solidFill>
                  <a:srgbClr val="0E1116"/>
                </a:solidFill>
                <a:effectLst/>
                <a:latin typeface="Consolas" panose="020B0609020204030204" pitchFamily="49" charset="0"/>
              </a:rPr>
              <a:t>, glow </a:t>
            </a:r>
            <a:r>
              <a:rPr lang="de-DE" b="0" dirty="0">
                <a:solidFill>
                  <a:srgbClr val="023B95"/>
                </a:solidFill>
                <a:effectLst/>
                <a:latin typeface="Consolas" panose="020B0609020204030204" pitchFamily="49" charset="0"/>
              </a:rPr>
              <a:t>3</a:t>
            </a:r>
            <a:r>
              <a:rPr lang="de-DE" b="0" dirty="0">
                <a:solidFill>
                  <a:srgbClr val="A0111F"/>
                </a:solidFill>
                <a:effectLst/>
                <a:latin typeface="Consolas" panose="020B0609020204030204" pitchFamily="49" charset="0"/>
              </a:rPr>
              <a:t>s</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ease-in-out</a:t>
            </a:r>
            <a:r>
              <a:rPr lang="de-DE" b="0" dirty="0">
                <a:solidFill>
                  <a:srgbClr val="0E1116"/>
                </a:solidFill>
                <a:effectLst/>
                <a:latin typeface="Consolas" panose="020B0609020204030204" pitchFamily="49" charset="0"/>
              </a:rPr>
              <a:t> </a:t>
            </a:r>
            <a:r>
              <a:rPr lang="de-DE" b="0" dirty="0">
                <a:solidFill>
                  <a:srgbClr val="023B95"/>
                </a:solidFill>
                <a:effectLst/>
                <a:latin typeface="Consolas" panose="020B0609020204030204" pitchFamily="49" charset="0"/>
              </a:rPr>
              <a:t>infinite</a:t>
            </a:r>
            <a:r>
              <a:rPr lang="de-DE" b="0" dirty="0">
                <a:solidFill>
                  <a:srgbClr val="0E1116"/>
                </a:solidFill>
                <a:effectLst/>
                <a:latin typeface="Consolas" panose="020B0609020204030204" pitchFamily="49" charset="0"/>
              </a:rPr>
              <a:t>;</a:t>
            </a:r>
          </a:p>
          <a:p>
            <a:pPr>
              <a:lnSpc>
                <a:spcPts val="1425"/>
              </a:lnSpc>
              <a:buNone/>
            </a:pPr>
            <a:r>
              <a:rPr lang="de-DE" b="0" dirty="0">
                <a:solidFill>
                  <a:srgbClr val="0E1116"/>
                </a:solidFill>
                <a:effectLst/>
                <a:latin typeface="Consolas" panose="020B0609020204030204" pitchFamily="49" charset="0"/>
              </a:rPr>
              <a:t>}</a:t>
            </a:r>
          </a:p>
          <a:p>
            <a:pPr>
              <a:lnSpc>
                <a:spcPts val="1425"/>
              </a:lnSpc>
              <a:buNone/>
            </a:pPr>
            <a:br>
              <a:rPr lang="de-DE" b="0" dirty="0">
                <a:solidFill>
                  <a:srgbClr val="0E1116"/>
                </a:solidFill>
                <a:effectLst/>
                <a:latin typeface="Consolas" panose="020B0609020204030204" pitchFamily="49" charset="0"/>
              </a:rPr>
            </a:br>
            <a:endParaRPr lang="de-DE" b="0" dirty="0">
              <a:solidFill>
                <a:srgbClr val="0E1116"/>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2A13C103-40A1-3539-B6C7-5D2221E82010}"/>
              </a:ext>
            </a:extLst>
          </p:cNvPr>
          <p:cNvSpPr txBox="1"/>
          <p:nvPr/>
        </p:nvSpPr>
        <p:spPr>
          <a:xfrm>
            <a:off x="2088261" y="1690688"/>
            <a:ext cx="6094476" cy="923330"/>
          </a:xfrm>
          <a:prstGeom prst="rect">
            <a:avLst/>
          </a:prstGeom>
          <a:noFill/>
        </p:spPr>
        <p:txBody>
          <a:bodyPr wrap="square">
            <a:spAutoFit/>
          </a:bodyPr>
          <a:lstStyle/>
          <a:p>
            <a:r>
              <a:rPr lang="de-DE" b="1" dirty="0"/>
              <a:t>Mehrstufige Abläufe und Kombinationen.</a:t>
            </a:r>
            <a:br>
              <a:rPr lang="de-DE" dirty="0"/>
            </a:br>
            <a:r>
              <a:rPr lang="de-DE" dirty="0"/>
              <a:t>Richtung, Fill-Mode, mehrere Animationen / Verkettungen gleichzeitig.</a:t>
            </a:r>
          </a:p>
        </p:txBody>
      </p:sp>
    </p:spTree>
    <p:extLst>
      <p:ext uri="{BB962C8B-B14F-4D97-AF65-F5344CB8AC3E}">
        <p14:creationId xmlns:p14="http://schemas.microsoft.com/office/powerpoint/2010/main" val="18787992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0793d39-0939-496d-b129-198edd916feb}" enabled="0" method="" siteId="{e0793d39-0939-496d-b129-198edd916feb}" removed="1"/>
</clbl:labelList>
</file>

<file path=docProps/app.xml><?xml version="1.0" encoding="utf-8"?>
<Properties xmlns="http://schemas.openxmlformats.org/officeDocument/2006/extended-properties" xmlns:vt="http://schemas.openxmlformats.org/officeDocument/2006/docPropsVTypes">
  <Template/>
  <TotalTime>0</TotalTime>
  <Words>525</Words>
  <Application>Microsoft Office PowerPoint</Application>
  <PresentationFormat>Widescreen</PresentationFormat>
  <Paragraphs>81</Paragraphs>
  <Slides>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Aptos</vt:lpstr>
      <vt:lpstr>Aptos Display</vt:lpstr>
      <vt:lpstr>Arial</vt:lpstr>
      <vt:lpstr>Consolas</vt:lpstr>
      <vt:lpstr>Office Theme</vt:lpstr>
      <vt:lpstr>CSS Animationen und Transitionen</vt:lpstr>
      <vt:lpstr>Transition basics                                                             &amp;     Timing Functions</vt:lpstr>
      <vt:lpstr>Keyframes</vt:lpstr>
      <vt:lpstr>Animated Elements</vt:lpstr>
      <vt:lpstr>Complex Animations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Nassery, Wanisa</dc:creator>
  <cp:lastModifiedBy>Nassery, Wanisa</cp:lastModifiedBy>
  <cp:revision>1</cp:revision>
  <dcterms:created xsi:type="dcterms:W3CDTF">2026-02-27T12:44:50Z</dcterms:created>
  <dcterms:modified xsi:type="dcterms:W3CDTF">2026-03-03T10:33:19Z</dcterms:modified>
</cp:coreProperties>
</file>