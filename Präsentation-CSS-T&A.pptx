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  <p:sldMasterId id="2147483708" r:id="rId2"/>
  </p:sldMasterIdLst>
  <p:notesMasterIdLst>
    <p:notesMasterId r:id="rId10"/>
  </p:notesMasterIdLst>
  <p:sldIdLst>
    <p:sldId id="265" r:id="rId3"/>
    <p:sldId id="261" r:id="rId4"/>
    <p:sldId id="262" r:id="rId5"/>
    <p:sldId id="263" r:id="rId6"/>
    <p:sldId id="267" r:id="rId7"/>
    <p:sldId id="264" r:id="rId8"/>
    <p:sldId id="266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E3F9D8-9CB6-4AB4-A50A-F10ABA866F6E}" v="50" dt="2026-03-05T20:32:08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sery, Wanisa" userId="eb577ee2-3895-4f93-9de0-b07a06e375bf" providerId="ADAL" clId="{0563F7C6-264B-407D-9CB8-9601D089DAD8}"/>
    <pc:docChg chg="undo custSel addSld delSld modSld">
      <pc:chgData name="Nassery, Wanisa" userId="eb577ee2-3895-4f93-9de0-b07a06e375bf" providerId="ADAL" clId="{0563F7C6-264B-407D-9CB8-9601D089DAD8}" dt="2026-03-05T20:32:15.807" v="1940" actId="403"/>
      <pc:docMkLst>
        <pc:docMk/>
      </pc:docMkLst>
      <pc:sldChg chg="addSp delSp modSp new del mod setBg">
        <pc:chgData name="Nassery, Wanisa" userId="eb577ee2-3895-4f93-9de0-b07a06e375bf" providerId="ADAL" clId="{0563F7C6-264B-407D-9CB8-9601D089DAD8}" dt="2026-03-04T20:40:30.275" v="1230" actId="2696"/>
        <pc:sldMkLst>
          <pc:docMk/>
          <pc:sldMk cId="3698334526" sldId="256"/>
        </pc:sldMkLst>
      </pc:sldChg>
      <pc:sldChg chg="addSp delSp modSp new del mod setBg setClrOvrMap">
        <pc:chgData name="Nassery, Wanisa" userId="eb577ee2-3895-4f93-9de0-b07a06e375bf" providerId="ADAL" clId="{0563F7C6-264B-407D-9CB8-9601D089DAD8}" dt="2026-03-04T20:39:24.929" v="1221" actId="2696"/>
        <pc:sldMkLst>
          <pc:docMk/>
          <pc:sldMk cId="2104667562" sldId="257"/>
        </pc:sldMkLst>
      </pc:sldChg>
      <pc:sldChg chg="add del">
        <pc:chgData name="Nassery, Wanisa" userId="eb577ee2-3895-4f93-9de0-b07a06e375bf" providerId="ADAL" clId="{0563F7C6-264B-407D-9CB8-9601D089DAD8}" dt="2026-03-04T20:39:28.322" v="1223" actId="2696"/>
        <pc:sldMkLst>
          <pc:docMk/>
          <pc:sldMk cId="2518141050" sldId="257"/>
        </pc:sldMkLst>
      </pc:sldChg>
      <pc:sldChg chg="addSp delSp modSp new del mod">
        <pc:chgData name="Nassery, Wanisa" userId="eb577ee2-3895-4f93-9de0-b07a06e375bf" providerId="ADAL" clId="{0563F7C6-264B-407D-9CB8-9601D089DAD8}" dt="2026-03-04T20:39:24.156" v="1220" actId="2696"/>
        <pc:sldMkLst>
          <pc:docMk/>
          <pc:sldMk cId="3123524222" sldId="258"/>
        </pc:sldMkLst>
      </pc:sldChg>
      <pc:sldChg chg="addSp delSp modSp new del mod">
        <pc:chgData name="Nassery, Wanisa" userId="eb577ee2-3895-4f93-9de0-b07a06e375bf" providerId="ADAL" clId="{0563F7C6-264B-407D-9CB8-9601D089DAD8}" dt="2026-03-04T20:39:23.226" v="1219" actId="2696"/>
        <pc:sldMkLst>
          <pc:docMk/>
          <pc:sldMk cId="4154904347" sldId="259"/>
        </pc:sldMkLst>
      </pc:sldChg>
      <pc:sldChg chg="addSp delSp modSp new del mod">
        <pc:chgData name="Nassery, Wanisa" userId="eb577ee2-3895-4f93-9de0-b07a06e375bf" providerId="ADAL" clId="{0563F7C6-264B-407D-9CB8-9601D089DAD8}" dt="2026-03-04T20:39:22.111" v="1218" actId="2696"/>
        <pc:sldMkLst>
          <pc:docMk/>
          <pc:sldMk cId="1878799206" sldId="260"/>
        </pc:sldMkLst>
      </pc:sldChg>
      <pc:sldChg chg="addSp delSp modSp add mod modTransition setBg delAnim modNotes">
        <pc:chgData name="Nassery, Wanisa" userId="eb577ee2-3895-4f93-9de0-b07a06e375bf" providerId="ADAL" clId="{0563F7C6-264B-407D-9CB8-9601D089DAD8}" dt="2026-03-05T19:51:51.265" v="1731" actId="14100"/>
        <pc:sldMkLst>
          <pc:docMk/>
          <pc:sldMk cId="0" sldId="261"/>
        </pc:sldMkLst>
        <pc:spChg chg="add del mod">
          <ac:chgData name="Nassery, Wanisa" userId="eb577ee2-3895-4f93-9de0-b07a06e375bf" providerId="ADAL" clId="{0563F7C6-264B-407D-9CB8-9601D089DAD8}" dt="2026-03-04T20:31:41.539" v="1144" actId="21"/>
          <ac:spMkLst>
            <pc:docMk/>
            <pc:sldMk cId="0" sldId="261"/>
            <ac:spMk id="3" creationId="{0EFC40BB-CCD2-B11B-7F63-D86474C2D3D3}"/>
          </ac:spMkLst>
        </pc:spChg>
        <pc:spChg chg="add del">
          <ac:chgData name="Nassery, Wanisa" userId="eb577ee2-3895-4f93-9de0-b07a06e375bf" providerId="ADAL" clId="{0563F7C6-264B-407D-9CB8-9601D089DAD8}" dt="2026-03-05T19:50:54.807" v="1719" actId="22"/>
          <ac:spMkLst>
            <pc:docMk/>
            <pc:sldMk cId="0" sldId="261"/>
            <ac:spMk id="3" creationId="{3201666D-3490-71F8-3AA0-89996D4A698E}"/>
          </ac:spMkLst>
        </pc:spChg>
        <pc:spChg chg="add del mod">
          <ac:chgData name="Nassery, Wanisa" userId="eb577ee2-3895-4f93-9de0-b07a06e375bf" providerId="ADAL" clId="{0563F7C6-264B-407D-9CB8-9601D089DAD8}" dt="2026-03-05T08:45:06.362" v="1384" actId="21"/>
          <ac:spMkLst>
            <pc:docMk/>
            <pc:sldMk cId="0" sldId="261"/>
            <ac:spMk id="3" creationId="{CA6266D7-EA12-4954-2E1B-AF22E27DDC0B}"/>
          </ac:spMkLst>
        </pc:spChg>
        <pc:spChg chg="add mod">
          <ac:chgData name="Nassery, Wanisa" userId="eb577ee2-3895-4f93-9de0-b07a06e375bf" providerId="ADAL" clId="{0563F7C6-264B-407D-9CB8-9601D089DAD8}" dt="2026-03-05T08:45:48.173" v="1428" actId="403"/>
          <ac:spMkLst>
            <pc:docMk/>
            <pc:sldMk cId="0" sldId="261"/>
            <ac:spMk id="4" creationId="{653A7C3D-9C14-7FE7-051E-E2249B704918}"/>
          </ac:spMkLst>
        </pc:spChg>
        <pc:spChg chg="add mod">
          <ac:chgData name="Nassery, Wanisa" userId="eb577ee2-3895-4f93-9de0-b07a06e375bf" providerId="ADAL" clId="{0563F7C6-264B-407D-9CB8-9601D089DAD8}" dt="2026-03-05T19:51:04.495" v="1724" actId="1076"/>
          <ac:spMkLst>
            <pc:docMk/>
            <pc:sldMk cId="0" sldId="261"/>
            <ac:spMk id="5" creationId="{9C5BCA58-AB2F-8F73-B804-7B2EDFDB9E65}"/>
          </ac:spMkLst>
        </pc:spChg>
        <pc:spChg chg="add del mod">
          <ac:chgData name="Nassery, Wanisa" userId="eb577ee2-3895-4f93-9de0-b07a06e375bf" providerId="ADAL" clId="{0563F7C6-264B-407D-9CB8-9601D089DAD8}" dt="2026-03-04T20:31:39.910" v="1143" actId="21"/>
          <ac:spMkLst>
            <pc:docMk/>
            <pc:sldMk cId="0" sldId="261"/>
            <ac:spMk id="5" creationId="{D711861C-47E6-E6A3-E5DE-C9153C499747}"/>
          </ac:spMkLst>
        </pc:spChg>
        <pc:spChg chg="add mod">
          <ac:chgData name="Nassery, Wanisa" userId="eb577ee2-3895-4f93-9de0-b07a06e375bf" providerId="ADAL" clId="{0563F7C6-264B-407D-9CB8-9601D089DAD8}" dt="2026-03-05T08:47:14.375" v="1446" actId="1076"/>
          <ac:spMkLst>
            <pc:docMk/>
            <pc:sldMk cId="0" sldId="261"/>
            <ac:spMk id="6" creationId="{003E8A07-805A-A8F6-F527-3158DD7BF1A8}"/>
          </ac:spMkLst>
        </pc:spChg>
        <pc:spChg chg="add mod">
          <ac:chgData name="Nassery, Wanisa" userId="eb577ee2-3895-4f93-9de0-b07a06e375bf" providerId="ADAL" clId="{0563F7C6-264B-407D-9CB8-9601D089DAD8}" dt="2026-03-04T20:31:55.729" v="1145"/>
          <ac:spMkLst>
            <pc:docMk/>
            <pc:sldMk cId="0" sldId="261"/>
            <ac:spMk id="6" creationId="{54404A71-9D86-3ED1-FFFA-1CB3B142FA1D}"/>
          </ac:spMkLst>
        </pc:spChg>
        <pc:spChg chg="add mod">
          <ac:chgData name="Nassery, Wanisa" userId="eb577ee2-3895-4f93-9de0-b07a06e375bf" providerId="ADAL" clId="{0563F7C6-264B-407D-9CB8-9601D089DAD8}" dt="2026-03-04T20:31:55.729" v="1145"/>
          <ac:spMkLst>
            <pc:docMk/>
            <pc:sldMk cId="0" sldId="261"/>
            <ac:spMk id="7" creationId="{FD19B060-1427-E520-CA35-6AE0DEAA93F9}"/>
          </ac:spMkLst>
        </pc:spChg>
        <pc:spChg chg="add del mod">
          <ac:chgData name="Nassery, Wanisa" userId="eb577ee2-3895-4f93-9de0-b07a06e375bf" providerId="ADAL" clId="{0563F7C6-264B-407D-9CB8-9601D089DAD8}" dt="2026-03-05T08:45:03.019" v="1383" actId="21"/>
          <ac:spMkLst>
            <pc:docMk/>
            <pc:sldMk cId="0" sldId="261"/>
            <ac:spMk id="8" creationId="{17140089-9E3F-2565-E6EA-4632BE839F95}"/>
          </ac:spMkLst>
        </pc:spChg>
        <pc:spChg chg="add mod">
          <ac:chgData name="Nassery, Wanisa" userId="eb577ee2-3895-4f93-9de0-b07a06e375bf" providerId="ADAL" clId="{0563F7C6-264B-407D-9CB8-9601D089DAD8}" dt="2026-03-05T19:51:38.117" v="1729" actId="20577"/>
          <ac:spMkLst>
            <pc:docMk/>
            <pc:sldMk cId="0" sldId="261"/>
            <ac:spMk id="8" creationId="{FE58152F-C3BF-9888-C930-FC2529D89C3B}"/>
          </ac:spMkLst>
        </pc:spChg>
        <pc:spChg chg="add mod">
          <ac:chgData name="Nassery, Wanisa" userId="eb577ee2-3895-4f93-9de0-b07a06e375bf" providerId="ADAL" clId="{0563F7C6-264B-407D-9CB8-9601D089DAD8}" dt="2026-03-04T20:32:05.109" v="1146"/>
          <ac:spMkLst>
            <pc:docMk/>
            <pc:sldMk cId="0" sldId="261"/>
            <ac:spMk id="9" creationId="{F700A515-F6C5-8D37-B165-F482EE23ED9A}"/>
          </ac:spMkLst>
        </pc:spChg>
        <pc:spChg chg="add mod">
          <ac:chgData name="Nassery, Wanisa" userId="eb577ee2-3895-4f93-9de0-b07a06e375bf" providerId="ADAL" clId="{0563F7C6-264B-407D-9CB8-9601D089DAD8}" dt="2026-03-05T19:47:17.719" v="1645" actId="207"/>
          <ac:spMkLst>
            <pc:docMk/>
            <pc:sldMk cId="0" sldId="261"/>
            <ac:spMk id="10" creationId="{65EDA2E8-B571-F5F6-8118-DCAD6FB1124C}"/>
          </ac:spMkLst>
        </pc:spChg>
        <pc:spChg chg="add mod">
          <ac:chgData name="Nassery, Wanisa" userId="eb577ee2-3895-4f93-9de0-b07a06e375bf" providerId="ADAL" clId="{0563F7C6-264B-407D-9CB8-9601D089DAD8}" dt="2026-03-05T19:51:10.494" v="1726" actId="1076"/>
          <ac:spMkLst>
            <pc:docMk/>
            <pc:sldMk cId="0" sldId="261"/>
            <ac:spMk id="11" creationId="{8B7F1296-FD75-9B56-9E59-2B6D6980590D}"/>
          </ac:spMkLst>
        </pc:spChg>
        <pc:spChg chg="add mod">
          <ac:chgData name="Nassery, Wanisa" userId="eb577ee2-3895-4f93-9de0-b07a06e375bf" providerId="ADAL" clId="{0563F7C6-264B-407D-9CB8-9601D089DAD8}" dt="2026-03-05T19:51:51.265" v="1731" actId="14100"/>
          <ac:spMkLst>
            <pc:docMk/>
            <pc:sldMk cId="0" sldId="261"/>
            <ac:spMk id="12" creationId="{F9474C45-627D-5FE6-1B88-FA953ABF42AE}"/>
          </ac:spMkLst>
        </pc:spChg>
        <pc:spChg chg="del">
          <ac:chgData name="Nassery, Wanisa" userId="eb577ee2-3895-4f93-9de0-b07a06e375bf" providerId="ADAL" clId="{0563F7C6-264B-407D-9CB8-9601D089DAD8}" dt="2026-03-04T20:31:36.953" v="1142" actId="21"/>
          <ac:spMkLst>
            <pc:docMk/>
            <pc:sldMk cId="0" sldId="261"/>
            <ac:spMk id="427" creationId="{00000000-0000-0000-0000-000000000000}"/>
          </ac:spMkLst>
        </pc:spChg>
        <pc:spChg chg="del">
          <ac:chgData name="Nassery, Wanisa" userId="eb577ee2-3895-4f93-9de0-b07a06e375bf" providerId="ADAL" clId="{0563F7C6-264B-407D-9CB8-9601D089DAD8}" dt="2026-03-04T20:31:36.953" v="1142" actId="21"/>
          <ac:spMkLst>
            <pc:docMk/>
            <pc:sldMk cId="0" sldId="261"/>
            <ac:spMk id="428" creationId="{00000000-0000-0000-0000-000000000000}"/>
          </ac:spMkLst>
        </pc:spChg>
      </pc:sldChg>
      <pc:sldChg chg="addSp delSp modSp add mod modTransition setBg delAnim modNotes">
        <pc:chgData name="Nassery, Wanisa" userId="eb577ee2-3895-4f93-9de0-b07a06e375bf" providerId="ADAL" clId="{0563F7C6-264B-407D-9CB8-9601D089DAD8}" dt="2026-03-05T19:52:05.991" v="1743" actId="20577"/>
        <pc:sldMkLst>
          <pc:docMk/>
          <pc:sldMk cId="0" sldId="262"/>
        </pc:sldMkLst>
        <pc:spChg chg="add mod">
          <ac:chgData name="Nassery, Wanisa" userId="eb577ee2-3895-4f93-9de0-b07a06e375bf" providerId="ADAL" clId="{0563F7C6-264B-407D-9CB8-9601D089DAD8}" dt="2026-03-05T08:47:30.383" v="1452" actId="20577"/>
          <ac:spMkLst>
            <pc:docMk/>
            <pc:sldMk cId="0" sldId="262"/>
            <ac:spMk id="2" creationId="{2CD55DBD-4758-08AE-B9D6-CEAC81854039}"/>
          </ac:spMkLst>
        </pc:spChg>
        <pc:spChg chg="add del mod">
          <ac:chgData name="Nassery, Wanisa" userId="eb577ee2-3895-4f93-9de0-b07a06e375bf" providerId="ADAL" clId="{0563F7C6-264B-407D-9CB8-9601D089DAD8}" dt="2026-03-04T20:34:12.001" v="1190" actId="21"/>
          <ac:spMkLst>
            <pc:docMk/>
            <pc:sldMk cId="0" sldId="262"/>
            <ac:spMk id="3" creationId="{2C2C7C30-522D-E5FB-1110-18A51CAEC1A2}"/>
          </ac:spMkLst>
        </pc:spChg>
        <pc:spChg chg="add del mod">
          <ac:chgData name="Nassery, Wanisa" userId="eb577ee2-3895-4f93-9de0-b07a06e375bf" providerId="ADAL" clId="{0563F7C6-264B-407D-9CB8-9601D089DAD8}" dt="2026-03-04T20:34:10.726" v="1189" actId="21"/>
          <ac:spMkLst>
            <pc:docMk/>
            <pc:sldMk cId="0" sldId="262"/>
            <ac:spMk id="5" creationId="{7498D4C4-84A8-028F-F349-6E4CC33000D2}"/>
          </ac:spMkLst>
        </pc:spChg>
        <pc:spChg chg="add mod">
          <ac:chgData name="Nassery, Wanisa" userId="eb577ee2-3895-4f93-9de0-b07a06e375bf" providerId="ADAL" clId="{0563F7C6-264B-407D-9CB8-9601D089DAD8}" dt="2026-03-05T17:03:18.614" v="1499" actId="1076"/>
          <ac:spMkLst>
            <pc:docMk/>
            <pc:sldMk cId="0" sldId="262"/>
            <ac:spMk id="6" creationId="{0D2AAA42-69C8-B08F-6B4E-D79FFBC5304F}"/>
          </ac:spMkLst>
        </pc:spChg>
        <pc:spChg chg="add mod">
          <ac:chgData name="Nassery, Wanisa" userId="eb577ee2-3895-4f93-9de0-b07a06e375bf" providerId="ADAL" clId="{0563F7C6-264B-407D-9CB8-9601D089DAD8}" dt="2026-03-05T16:11:16.729" v="1484" actId="1076"/>
          <ac:spMkLst>
            <pc:docMk/>
            <pc:sldMk cId="0" sldId="262"/>
            <ac:spMk id="7" creationId="{77A9D232-2BA6-CA4F-ACE4-FA07C41254C3}"/>
          </ac:spMkLst>
        </pc:spChg>
        <pc:spChg chg="add del mod">
          <ac:chgData name="Nassery, Wanisa" userId="eb577ee2-3895-4f93-9de0-b07a06e375bf" providerId="ADAL" clId="{0563F7C6-264B-407D-9CB8-9601D089DAD8}" dt="2026-03-05T16:11:14.170" v="1483" actId="21"/>
          <ac:spMkLst>
            <pc:docMk/>
            <pc:sldMk cId="0" sldId="262"/>
            <ac:spMk id="8" creationId="{2CD8AD9D-F633-F92D-4CB5-78067BC54D61}"/>
          </ac:spMkLst>
        </pc:spChg>
        <pc:spChg chg="add mod">
          <ac:chgData name="Nassery, Wanisa" userId="eb577ee2-3895-4f93-9de0-b07a06e375bf" providerId="ADAL" clId="{0563F7C6-264B-407D-9CB8-9601D089DAD8}" dt="2026-03-05T19:48:01.569" v="1659" actId="207"/>
          <ac:spMkLst>
            <pc:docMk/>
            <pc:sldMk cId="0" sldId="262"/>
            <ac:spMk id="9" creationId="{C976D4A9-5DD9-E65C-82AC-FD9C465E353D}"/>
          </ac:spMkLst>
        </pc:spChg>
        <pc:spChg chg="add mod">
          <ac:chgData name="Nassery, Wanisa" userId="eb577ee2-3895-4f93-9de0-b07a06e375bf" providerId="ADAL" clId="{0563F7C6-264B-407D-9CB8-9601D089DAD8}" dt="2026-03-05T19:52:05.991" v="1743" actId="20577"/>
          <ac:spMkLst>
            <pc:docMk/>
            <pc:sldMk cId="0" sldId="262"/>
            <ac:spMk id="10" creationId="{9040CC45-9D15-091F-6242-4C3F5F0F3942}"/>
          </ac:spMkLst>
        </pc:spChg>
        <pc:spChg chg="del">
          <ac:chgData name="Nassery, Wanisa" userId="eb577ee2-3895-4f93-9de0-b07a06e375bf" providerId="ADAL" clId="{0563F7C6-264B-407D-9CB8-9601D089DAD8}" dt="2026-03-04T20:34:06.787" v="1187" actId="21"/>
          <ac:spMkLst>
            <pc:docMk/>
            <pc:sldMk cId="0" sldId="262"/>
            <ac:spMk id="427" creationId="{00000000-0000-0000-0000-000000000000}"/>
          </ac:spMkLst>
        </pc:spChg>
        <pc:spChg chg="del">
          <ac:chgData name="Nassery, Wanisa" userId="eb577ee2-3895-4f93-9de0-b07a06e375bf" providerId="ADAL" clId="{0563F7C6-264B-407D-9CB8-9601D089DAD8}" dt="2026-03-04T20:34:09.225" v="1188" actId="21"/>
          <ac:spMkLst>
            <pc:docMk/>
            <pc:sldMk cId="0" sldId="262"/>
            <ac:spMk id="428" creationId="{00000000-0000-0000-0000-000000000000}"/>
          </ac:spMkLst>
        </pc:spChg>
      </pc:sldChg>
      <pc:sldChg chg="addSp delSp modSp add mod">
        <pc:chgData name="Nassery, Wanisa" userId="eb577ee2-3895-4f93-9de0-b07a06e375bf" providerId="ADAL" clId="{0563F7C6-264B-407D-9CB8-9601D089DAD8}" dt="2026-03-05T19:56:12.560" v="1807" actId="1076"/>
        <pc:sldMkLst>
          <pc:docMk/>
          <pc:sldMk cId="893894787" sldId="263"/>
        </pc:sldMkLst>
        <pc:spChg chg="add mod">
          <ac:chgData name="Nassery, Wanisa" userId="eb577ee2-3895-4f93-9de0-b07a06e375bf" providerId="ADAL" clId="{0563F7C6-264B-407D-9CB8-9601D089DAD8}" dt="2026-03-05T08:47:34.921" v="1454" actId="20577"/>
          <ac:spMkLst>
            <pc:docMk/>
            <pc:sldMk cId="893894787" sldId="263"/>
            <ac:spMk id="2" creationId="{105AFAF5-7A33-A7AC-05DC-550716FBBF8D}"/>
          </ac:spMkLst>
        </pc:spChg>
        <pc:spChg chg="add del mod">
          <ac:chgData name="Nassery, Wanisa" userId="eb577ee2-3895-4f93-9de0-b07a06e375bf" providerId="ADAL" clId="{0563F7C6-264B-407D-9CB8-9601D089DAD8}" dt="2026-03-04T20:37:11.668" v="1202" actId="21"/>
          <ac:spMkLst>
            <pc:docMk/>
            <pc:sldMk cId="893894787" sldId="263"/>
            <ac:spMk id="3" creationId="{68615EC4-99D6-AAA0-9F68-07F6C1A6E868}"/>
          </ac:spMkLst>
        </pc:spChg>
        <pc:spChg chg="add del mod">
          <ac:chgData name="Nassery, Wanisa" userId="eb577ee2-3895-4f93-9de0-b07a06e375bf" providerId="ADAL" clId="{0563F7C6-264B-407D-9CB8-9601D089DAD8}" dt="2026-03-04T20:37:13.733" v="1204" actId="21"/>
          <ac:spMkLst>
            <pc:docMk/>
            <pc:sldMk cId="893894787" sldId="263"/>
            <ac:spMk id="4" creationId="{68615EC4-99D6-AAA0-9F68-07F6C1A6E868}"/>
          </ac:spMkLst>
        </pc:spChg>
        <pc:spChg chg="add mod">
          <ac:chgData name="Nassery, Wanisa" userId="eb577ee2-3895-4f93-9de0-b07a06e375bf" providerId="ADAL" clId="{0563F7C6-264B-407D-9CB8-9601D089DAD8}" dt="2026-03-05T08:46:24.804" v="1431" actId="113"/>
          <ac:spMkLst>
            <pc:docMk/>
            <pc:sldMk cId="893894787" sldId="263"/>
            <ac:spMk id="5" creationId="{B831D991-C10C-9FA5-5025-D5CE9968DAA6}"/>
          </ac:spMkLst>
        </pc:spChg>
        <pc:spChg chg="del">
          <ac:chgData name="Nassery, Wanisa" userId="eb577ee2-3895-4f93-9de0-b07a06e375bf" providerId="ADAL" clId="{0563F7C6-264B-407D-9CB8-9601D089DAD8}" dt="2026-03-04T20:37:08.506" v="1201" actId="21"/>
          <ac:spMkLst>
            <pc:docMk/>
            <pc:sldMk cId="893894787" sldId="263"/>
            <ac:spMk id="6" creationId="{49621944-CC95-1861-479A-C37D94D67969}"/>
          </ac:spMkLst>
        </pc:spChg>
        <pc:spChg chg="del">
          <ac:chgData name="Nassery, Wanisa" userId="eb577ee2-3895-4f93-9de0-b07a06e375bf" providerId="ADAL" clId="{0563F7C6-264B-407D-9CB8-9601D089DAD8}" dt="2026-03-04T20:37:06.184" v="1200" actId="21"/>
          <ac:spMkLst>
            <pc:docMk/>
            <pc:sldMk cId="893894787" sldId="263"/>
            <ac:spMk id="7" creationId="{8E8184E2-2CF0-C4DB-C97F-A6A287F79015}"/>
          </ac:spMkLst>
        </pc:spChg>
        <pc:spChg chg="del">
          <ac:chgData name="Nassery, Wanisa" userId="eb577ee2-3895-4f93-9de0-b07a06e375bf" providerId="ADAL" clId="{0563F7C6-264B-407D-9CB8-9601D089DAD8}" dt="2026-03-04T20:37:06.184" v="1200" actId="21"/>
          <ac:spMkLst>
            <pc:docMk/>
            <pc:sldMk cId="893894787" sldId="263"/>
            <ac:spMk id="8" creationId="{44529A08-C494-D25F-620F-E041446A713A}"/>
          </ac:spMkLst>
        </pc:spChg>
        <pc:spChg chg="del">
          <ac:chgData name="Nassery, Wanisa" userId="eb577ee2-3895-4f93-9de0-b07a06e375bf" providerId="ADAL" clId="{0563F7C6-264B-407D-9CB8-9601D089DAD8}" dt="2026-03-04T20:37:06.184" v="1200" actId="21"/>
          <ac:spMkLst>
            <pc:docMk/>
            <pc:sldMk cId="893894787" sldId="263"/>
            <ac:spMk id="9" creationId="{DE69B15F-4936-CF1E-471E-D7F38CB98D75}"/>
          </ac:spMkLst>
        </pc:spChg>
        <pc:spChg chg="del">
          <ac:chgData name="Nassery, Wanisa" userId="eb577ee2-3895-4f93-9de0-b07a06e375bf" providerId="ADAL" clId="{0563F7C6-264B-407D-9CB8-9601D089DAD8}" dt="2026-03-04T20:37:06.184" v="1200" actId="21"/>
          <ac:spMkLst>
            <pc:docMk/>
            <pc:sldMk cId="893894787" sldId="263"/>
            <ac:spMk id="10" creationId="{B942DA30-50AE-1719-87A6-F797780A4146}"/>
          </ac:spMkLst>
        </pc:spChg>
        <pc:spChg chg="add mod">
          <ac:chgData name="Nassery, Wanisa" userId="eb577ee2-3895-4f93-9de0-b07a06e375bf" providerId="ADAL" clId="{0563F7C6-264B-407D-9CB8-9601D089DAD8}" dt="2026-03-05T19:56:06.376" v="1806" actId="113"/>
          <ac:spMkLst>
            <pc:docMk/>
            <pc:sldMk cId="893894787" sldId="263"/>
            <ac:spMk id="11" creationId="{0C46E674-D3EC-36F8-787C-17EEFB02BE4E}"/>
          </ac:spMkLst>
        </pc:spChg>
        <pc:spChg chg="add mod">
          <ac:chgData name="Nassery, Wanisa" userId="eb577ee2-3895-4f93-9de0-b07a06e375bf" providerId="ADAL" clId="{0563F7C6-264B-407D-9CB8-9601D089DAD8}" dt="2026-03-05T19:56:00.248" v="1805" actId="1037"/>
          <ac:spMkLst>
            <pc:docMk/>
            <pc:sldMk cId="893894787" sldId="263"/>
            <ac:spMk id="12" creationId="{DECA163D-DB5C-7301-A221-77B67B1B4013}"/>
          </ac:spMkLst>
        </pc:spChg>
        <pc:spChg chg="add mod">
          <ac:chgData name="Nassery, Wanisa" userId="eb577ee2-3895-4f93-9de0-b07a06e375bf" providerId="ADAL" clId="{0563F7C6-264B-407D-9CB8-9601D089DAD8}" dt="2026-03-05T19:56:12.560" v="1807" actId="1076"/>
          <ac:spMkLst>
            <pc:docMk/>
            <pc:sldMk cId="893894787" sldId="263"/>
            <ac:spMk id="13" creationId="{9292C46B-D75C-AB54-FBD1-6438C4D310B2}"/>
          </ac:spMkLst>
        </pc:spChg>
      </pc:sldChg>
      <pc:sldChg chg="addSp delSp modSp add mod">
        <pc:chgData name="Nassery, Wanisa" userId="eb577ee2-3895-4f93-9de0-b07a06e375bf" providerId="ADAL" clId="{0563F7C6-264B-407D-9CB8-9601D089DAD8}" dt="2026-03-05T20:18:27.735" v="1918" actId="20577"/>
        <pc:sldMkLst>
          <pc:docMk/>
          <pc:sldMk cId="3714839329" sldId="264"/>
        </pc:sldMkLst>
        <pc:spChg chg="add mod">
          <ac:chgData name="Nassery, Wanisa" userId="eb577ee2-3895-4f93-9de0-b07a06e375bf" providerId="ADAL" clId="{0563F7C6-264B-407D-9CB8-9601D089DAD8}" dt="2026-03-05T20:18:27.735" v="1918" actId="20577"/>
          <ac:spMkLst>
            <pc:docMk/>
            <pc:sldMk cId="3714839329" sldId="264"/>
            <ac:spMk id="2" creationId="{11F0C13B-3AE9-CB48-36DD-A95A6684D3E8}"/>
          </ac:spMkLst>
        </pc:spChg>
        <pc:spChg chg="add del mod">
          <ac:chgData name="Nassery, Wanisa" userId="eb577ee2-3895-4f93-9de0-b07a06e375bf" providerId="ADAL" clId="{0563F7C6-264B-407D-9CB8-9601D089DAD8}" dt="2026-03-04T20:38:15.257" v="1213" actId="21"/>
          <ac:spMkLst>
            <pc:docMk/>
            <pc:sldMk cId="3714839329" sldId="264"/>
            <ac:spMk id="3" creationId="{5BE4940F-1764-09F8-2124-6CA5E5188B1B}"/>
          </ac:spMkLst>
        </pc:spChg>
        <pc:spChg chg="add mod">
          <ac:chgData name="Nassery, Wanisa" userId="eb577ee2-3895-4f93-9de0-b07a06e375bf" providerId="ADAL" clId="{0563F7C6-264B-407D-9CB8-9601D089DAD8}" dt="2026-03-05T20:12:05.159" v="1887" actId="14100"/>
          <ac:spMkLst>
            <pc:docMk/>
            <pc:sldMk cId="3714839329" sldId="264"/>
            <ac:spMk id="4" creationId="{4C9AD611-CB7F-9264-4D1F-E80FA8342A79}"/>
          </ac:spMkLst>
        </pc:spChg>
        <pc:spChg chg="del">
          <ac:chgData name="Nassery, Wanisa" userId="eb577ee2-3895-4f93-9de0-b07a06e375bf" providerId="ADAL" clId="{0563F7C6-264B-407D-9CB8-9601D089DAD8}" dt="2026-03-04T20:37:59.296" v="1210" actId="21"/>
          <ac:spMkLst>
            <pc:docMk/>
            <pc:sldMk cId="3714839329" sldId="264"/>
            <ac:spMk id="5" creationId="{50A186DD-6F23-95C9-5E96-5D72433CC83F}"/>
          </ac:spMkLst>
        </pc:spChg>
        <pc:spChg chg="add del mod">
          <ac:chgData name="Nassery, Wanisa" userId="eb577ee2-3895-4f93-9de0-b07a06e375bf" providerId="ADAL" clId="{0563F7C6-264B-407D-9CB8-9601D089DAD8}" dt="2026-03-05T20:11:44.615" v="1851" actId="22"/>
          <ac:spMkLst>
            <pc:docMk/>
            <pc:sldMk cId="3714839329" sldId="264"/>
            <ac:spMk id="5" creationId="{EE261D86-44F4-9AFD-AC5E-FE3EE79EF983}"/>
          </ac:spMkLst>
        </pc:spChg>
        <pc:spChg chg="add del mod">
          <ac:chgData name="Nassery, Wanisa" userId="eb577ee2-3895-4f93-9de0-b07a06e375bf" providerId="ADAL" clId="{0563F7C6-264B-407D-9CB8-9601D089DAD8}" dt="2026-03-05T20:11:51.821" v="1855" actId="21"/>
          <ac:spMkLst>
            <pc:docMk/>
            <pc:sldMk cId="3714839329" sldId="264"/>
            <ac:spMk id="6" creationId="{84E4579A-16AD-C89F-8510-747E396EF242}"/>
          </ac:spMkLst>
        </pc:spChg>
        <pc:spChg chg="add del mod">
          <ac:chgData name="Nassery, Wanisa" userId="eb577ee2-3895-4f93-9de0-b07a06e375bf" providerId="ADAL" clId="{0563F7C6-264B-407D-9CB8-9601D089DAD8}" dt="2026-03-05T20:11:50.111" v="1854" actId="21"/>
          <ac:spMkLst>
            <pc:docMk/>
            <pc:sldMk cId="3714839329" sldId="264"/>
            <ac:spMk id="7" creationId="{35D73B0B-089E-BFE5-4BCA-CD21BDA49913}"/>
          </ac:spMkLst>
        </pc:spChg>
        <pc:spChg chg="add mod">
          <ac:chgData name="Nassery, Wanisa" userId="eb577ee2-3895-4f93-9de0-b07a06e375bf" providerId="ADAL" clId="{0563F7C6-264B-407D-9CB8-9601D089DAD8}" dt="2026-03-05T20:13:14.870" v="1909" actId="20577"/>
          <ac:spMkLst>
            <pc:docMk/>
            <pc:sldMk cId="3714839329" sldId="264"/>
            <ac:spMk id="9" creationId="{C98678A6-6983-6D75-BE09-D393A5F31071}"/>
          </ac:spMkLst>
        </pc:spChg>
        <pc:spChg chg="del">
          <ac:chgData name="Nassery, Wanisa" userId="eb577ee2-3895-4f93-9de0-b07a06e375bf" providerId="ADAL" clId="{0563F7C6-264B-407D-9CB8-9601D089DAD8}" dt="2026-03-04T20:37:59.296" v="1210" actId="21"/>
          <ac:spMkLst>
            <pc:docMk/>
            <pc:sldMk cId="3714839329" sldId="264"/>
            <ac:spMk id="11" creationId="{DB7B6D59-166F-861A-8B80-924BC8C64F59}"/>
          </ac:spMkLst>
        </pc:spChg>
        <pc:spChg chg="del">
          <ac:chgData name="Nassery, Wanisa" userId="eb577ee2-3895-4f93-9de0-b07a06e375bf" providerId="ADAL" clId="{0563F7C6-264B-407D-9CB8-9601D089DAD8}" dt="2026-03-04T20:37:59.296" v="1210" actId="21"/>
          <ac:spMkLst>
            <pc:docMk/>
            <pc:sldMk cId="3714839329" sldId="264"/>
            <ac:spMk id="12" creationId="{2840AD38-F781-4BD0-CA7D-BEFC036FDF9C}"/>
          </ac:spMkLst>
        </pc:spChg>
        <pc:spChg chg="del">
          <ac:chgData name="Nassery, Wanisa" userId="eb577ee2-3895-4f93-9de0-b07a06e375bf" providerId="ADAL" clId="{0563F7C6-264B-407D-9CB8-9601D089DAD8}" dt="2026-03-04T20:37:59.296" v="1210" actId="21"/>
          <ac:spMkLst>
            <pc:docMk/>
            <pc:sldMk cId="3714839329" sldId="264"/>
            <ac:spMk id="13" creationId="{F06F1AD1-8B1B-3546-49D2-152EA6FFD704}"/>
          </ac:spMkLst>
        </pc:spChg>
      </pc:sldChg>
      <pc:sldChg chg="modSp add del mod modTransition setBg modAnim modNotes">
        <pc:chgData name="Nassery, Wanisa" userId="eb577ee2-3895-4f93-9de0-b07a06e375bf" providerId="ADAL" clId="{0563F7C6-264B-407D-9CB8-9601D089DAD8}" dt="2026-03-04T20:40:45.813" v="1233"/>
        <pc:sldMkLst>
          <pc:docMk/>
          <pc:sldMk cId="0" sldId="265"/>
        </pc:sldMkLst>
        <pc:spChg chg="mod">
          <ac:chgData name="Nassery, Wanisa" userId="eb577ee2-3895-4f93-9de0-b07a06e375bf" providerId="ADAL" clId="{0563F7C6-264B-407D-9CB8-9601D089DAD8}" dt="2026-03-04T20:40:11.222" v="1227"/>
          <ac:spMkLst>
            <pc:docMk/>
            <pc:sldMk cId="0" sldId="265"/>
            <ac:spMk id="347" creationId="{00000000-0000-0000-0000-000000000000}"/>
          </ac:spMkLst>
        </pc:spChg>
        <pc:spChg chg="mod">
          <ac:chgData name="Nassery, Wanisa" userId="eb577ee2-3895-4f93-9de0-b07a06e375bf" providerId="ADAL" clId="{0563F7C6-264B-407D-9CB8-9601D089DAD8}" dt="2026-03-04T20:40:24.709" v="1229" actId="1076"/>
          <ac:spMkLst>
            <pc:docMk/>
            <pc:sldMk cId="0" sldId="265"/>
            <ac:spMk id="348" creationId="{00000000-0000-0000-0000-000000000000}"/>
          </ac:spMkLst>
        </pc:spChg>
      </pc:sldChg>
      <pc:sldChg chg="addSp delSp modSp add mod">
        <pc:chgData name="Nassery, Wanisa" userId="eb577ee2-3895-4f93-9de0-b07a06e375bf" providerId="ADAL" clId="{0563F7C6-264B-407D-9CB8-9601D089DAD8}" dt="2026-03-05T20:32:15.807" v="1940" actId="403"/>
        <pc:sldMkLst>
          <pc:docMk/>
          <pc:sldMk cId="3371027184" sldId="266"/>
        </pc:sldMkLst>
        <pc:spChg chg="add mod">
          <ac:chgData name="Nassery, Wanisa" userId="eb577ee2-3895-4f93-9de0-b07a06e375bf" providerId="ADAL" clId="{0563F7C6-264B-407D-9CB8-9601D089DAD8}" dt="2026-03-05T20:18:32.475" v="1920" actId="20577"/>
          <ac:spMkLst>
            <pc:docMk/>
            <pc:sldMk cId="3371027184" sldId="266"/>
            <ac:spMk id="2" creationId="{520CE756-32A4-008F-9951-78308E0D4EAB}"/>
          </ac:spMkLst>
        </pc:spChg>
        <pc:spChg chg="add mod">
          <ac:chgData name="Nassery, Wanisa" userId="eb577ee2-3895-4f93-9de0-b07a06e375bf" providerId="ADAL" clId="{0563F7C6-264B-407D-9CB8-9601D089DAD8}" dt="2026-03-05T20:32:15.807" v="1940" actId="403"/>
          <ac:spMkLst>
            <pc:docMk/>
            <pc:sldMk cId="3371027184" sldId="266"/>
            <ac:spMk id="3" creationId="{03BBEBEA-7E0B-5B2C-0A45-12E4CD503837}"/>
          </ac:spMkLst>
        </pc:spChg>
        <pc:spChg chg="mod">
          <ac:chgData name="Nassery, Wanisa" userId="eb577ee2-3895-4f93-9de0-b07a06e375bf" providerId="ADAL" clId="{0563F7C6-264B-407D-9CB8-9601D089DAD8}" dt="2026-03-05T08:46:47.858" v="1443" actId="1076"/>
          <ac:spMkLst>
            <pc:docMk/>
            <pc:sldMk cId="3371027184" sldId="266"/>
            <ac:spMk id="4" creationId="{6DC4CE76-F451-C485-ACF1-1EE7E26C383C}"/>
          </ac:spMkLst>
        </pc:spChg>
        <pc:spChg chg="del">
          <ac:chgData name="Nassery, Wanisa" userId="eb577ee2-3895-4f93-9de0-b07a06e375bf" providerId="ADAL" clId="{0563F7C6-264B-407D-9CB8-9601D089DAD8}" dt="2026-03-05T08:46:44.559" v="1442" actId="21"/>
          <ac:spMkLst>
            <pc:docMk/>
            <pc:sldMk cId="3371027184" sldId="266"/>
            <ac:spMk id="6" creationId="{5E23AC5B-885C-5F0C-0DB7-D10DBD686F97}"/>
          </ac:spMkLst>
        </pc:spChg>
        <pc:spChg chg="del">
          <ac:chgData name="Nassery, Wanisa" userId="eb577ee2-3895-4f93-9de0-b07a06e375bf" providerId="ADAL" clId="{0563F7C6-264B-407D-9CB8-9601D089DAD8}" dt="2026-03-05T08:46:42.784" v="1441" actId="21"/>
          <ac:spMkLst>
            <pc:docMk/>
            <pc:sldMk cId="3371027184" sldId="266"/>
            <ac:spMk id="7" creationId="{F7F2B078-B556-74D3-533F-28CC86C557EC}"/>
          </ac:spMkLst>
        </pc:spChg>
      </pc:sldChg>
      <pc:sldChg chg="add">
        <pc:chgData name="Nassery, Wanisa" userId="eb577ee2-3895-4f93-9de0-b07a06e375bf" providerId="ADAL" clId="{0563F7C6-264B-407D-9CB8-9601D089DAD8}" dt="2026-03-05T20:16:27.332" v="1910"/>
        <pc:sldMkLst>
          <pc:docMk/>
          <pc:sldMk cId="1455364464" sldId="267"/>
        </pc:sldMkLst>
      </pc:sldChg>
      <pc:sldChg chg="add del">
        <pc:chgData name="Nassery, Wanisa" userId="eb577ee2-3895-4f93-9de0-b07a06e375bf" providerId="ADAL" clId="{0563F7C6-264B-407D-9CB8-9601D089DAD8}" dt="2026-03-05T20:11:43.284" v="1848"/>
        <pc:sldMkLst>
          <pc:docMk/>
          <pc:sldMk cId="3070470082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DAE92-5C12-4E8A-B55C-FE9B6EE6BA09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E9A1E-EDAD-45D1-A57F-0BE5B56CD1C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060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03d6efd5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03d6efd5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03d6efd59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03d6efd59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>
          <a:extLst>
            <a:ext uri="{FF2B5EF4-FFF2-40B4-BE49-F238E27FC236}">
              <a16:creationId xmlns:a16="http://schemas.microsoft.com/office/drawing/2014/main" id="{A84268F2-9063-D474-855A-4004374F1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03d6efd59_0_25:notes">
            <a:extLst>
              <a:ext uri="{FF2B5EF4-FFF2-40B4-BE49-F238E27FC236}">
                <a16:creationId xmlns:a16="http://schemas.microsoft.com/office/drawing/2014/main" id="{C6492E54-AB44-82CA-4C71-D8F570E785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03d6efd59_0_25:notes">
            <a:extLst>
              <a:ext uri="{FF2B5EF4-FFF2-40B4-BE49-F238E27FC236}">
                <a16:creationId xmlns:a16="http://schemas.microsoft.com/office/drawing/2014/main" id="{7E6E024A-C86C-3891-963F-4914E92983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9164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>
          <a:extLst>
            <a:ext uri="{FF2B5EF4-FFF2-40B4-BE49-F238E27FC236}">
              <a16:creationId xmlns:a16="http://schemas.microsoft.com/office/drawing/2014/main" id="{B364A2AE-D377-9FCB-31FB-5FD9E7B29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03d6efd59_0_25:notes">
            <a:extLst>
              <a:ext uri="{FF2B5EF4-FFF2-40B4-BE49-F238E27FC236}">
                <a16:creationId xmlns:a16="http://schemas.microsoft.com/office/drawing/2014/main" id="{B66532B1-0F19-D938-A859-86989493F5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03d6efd59_0_25:notes">
            <a:extLst>
              <a:ext uri="{FF2B5EF4-FFF2-40B4-BE49-F238E27FC236}">
                <a16:creationId xmlns:a16="http://schemas.microsoft.com/office/drawing/2014/main" id="{D1B2C490-14B7-EB51-0737-C776575BB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0944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>
          <a:extLst>
            <a:ext uri="{FF2B5EF4-FFF2-40B4-BE49-F238E27FC236}">
              <a16:creationId xmlns:a16="http://schemas.microsoft.com/office/drawing/2014/main" id="{B364A2AE-D377-9FCB-31FB-5FD9E7B29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03d6efd59_0_25:notes">
            <a:extLst>
              <a:ext uri="{FF2B5EF4-FFF2-40B4-BE49-F238E27FC236}">
                <a16:creationId xmlns:a16="http://schemas.microsoft.com/office/drawing/2014/main" id="{B66532B1-0F19-D938-A859-86989493F5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03d6efd59_0_25:notes">
            <a:extLst>
              <a:ext uri="{FF2B5EF4-FFF2-40B4-BE49-F238E27FC236}">
                <a16:creationId xmlns:a16="http://schemas.microsoft.com/office/drawing/2014/main" id="{D1B2C490-14B7-EB51-0737-C776575BB5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0944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>
          <a:extLst>
            <a:ext uri="{FF2B5EF4-FFF2-40B4-BE49-F238E27FC236}">
              <a16:creationId xmlns:a16="http://schemas.microsoft.com/office/drawing/2014/main" id="{8BE28D27-7ACF-D03B-02D6-D05BAE465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703d6efd59_0_25:notes">
            <a:extLst>
              <a:ext uri="{FF2B5EF4-FFF2-40B4-BE49-F238E27FC236}">
                <a16:creationId xmlns:a16="http://schemas.microsoft.com/office/drawing/2014/main" id="{7CCD274E-E47E-C529-151E-0E51EBC3B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703d6efd59_0_25:notes">
            <a:extLst>
              <a:ext uri="{FF2B5EF4-FFF2-40B4-BE49-F238E27FC236}">
                <a16:creationId xmlns:a16="http://schemas.microsoft.com/office/drawing/2014/main" id="{C9C93855-67F2-9A6C-96B3-1944FDEE6D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737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E9300-8714-5B13-BAFC-918BB1FC2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D72138-2D2B-59FF-9F54-ABF43AD91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E7A57-1554-A6FB-0DE7-B4C6F6CC5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EB830-D9D4-7B6A-3D44-2D2947C9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5DD3A-70A7-26C6-E173-FAFA0851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9103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81195-90CA-211E-DB58-2ACC9A821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604B3-1780-5C7C-1784-E436EAF68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06955-9211-D04C-765B-62AB3974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1E3BE-108E-383D-43AA-827875D76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C4BC5-4552-7BCB-DCC1-9E4A446E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0134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F2E92-44C6-8211-5C3F-64FAE524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8ABB0E-33A4-FFDE-1DA7-12EC29D5F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84445-450A-2DBF-AB9C-4182535D4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9EBB8-3F01-A858-194C-A9506DC51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BF777-3B2E-C5E1-23E3-369B3B17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1156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4BF7-1376-26FD-D17D-4EBC2AC0F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C332A-F8E7-1F9C-2073-E96B5532E5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B70AE-E6C7-BF2F-4DF1-DA709D112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C11DA-1B2E-177F-D234-5F63D7D6B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6149F-121F-FDDC-3BBA-5C84B036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A2991-ABCF-BFDC-DD27-4C15A61FC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3918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7FCBE-7F1E-4BF2-D51B-8FBA7BD3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FEDEF-F0D8-FD3B-5AF9-2077948CE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4232C-3CF9-8F36-A04D-1A94480A0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CA963B-5210-CA20-8B6F-2818FE4F9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62E04-BF27-D6AA-262B-3ABB31B67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CCD105-7C40-70CF-3122-B8AE59060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66452-5B73-3DC1-B512-9DCA6028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E3CA7D-5708-3D3A-6FDC-1F177CCC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8888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596C-F915-2273-F5E9-C816A2317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91519C-FEA4-1415-A151-80382230D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8FAF1C-81CD-CEF3-B9CF-E35C9300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952CC-5C66-AFA8-2709-B130909E2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0866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9B8F8C-5852-7EC9-0230-A6889165B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D3316D-ABEF-9BA4-E28F-1AAE1DFF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CBF9B-EDFB-ABE8-DE4D-C09BC2F7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0095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951EE-A4CF-7C1C-1DF8-9ED273818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91081-4F02-1627-D437-BC367944B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9ED89-CCBD-31AA-BCBE-31549C0C7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152F3-EE1C-76C2-00BA-A96957877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74C8F-4E2B-1F85-57A1-542777166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AF1E7-4D86-7F70-E4D7-24CC1297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58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C484F-5378-3ED7-6C26-D45F0D717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914756-05E3-8FB1-A9E7-E828AD0B8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DA87E-E6E4-A89F-49E3-F78ECAF24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8A2E6-614E-EAD8-46BC-8A036DEAC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9E148-B70D-0504-8713-CA92DF95B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43F2F-2019-BCF8-228F-AE38A423F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830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CAEB1-0A14-6792-461B-D4DB98B2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E704B-9070-C60B-A555-57A1B6265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5CA2A-1F77-C9C6-CD2A-B8EB834A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79686-FE32-2808-DE0B-CC1ED356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F0DC3-A1D8-5E50-E92A-D63C8B7D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353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27AF49-273C-BBA1-983F-7E154156FC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F7D64-6147-23B9-0CB9-338C4678C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DA5A3-F60E-A1B9-E075-77F73354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51C7D-6EFE-11C2-1E3A-1E4719E6B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7C7DF-11D4-A063-7E1B-AB54FC76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47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036200" y="1770700"/>
            <a:ext cx="41196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606600" y="2864700"/>
            <a:ext cx="4978800" cy="22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57189" algn="ctr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algn="ctr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algn="ctr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algn="ctr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algn="ctr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algn="ctr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algn="ctr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algn="ctr">
              <a:spcBef>
                <a:spcPts val="2133"/>
              </a:spcBef>
              <a:spcAft>
                <a:spcPts val="2133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/>
          <p:nvPr/>
        </p:nvSpPr>
        <p:spPr>
          <a:xfrm>
            <a:off x="6147200" y="-523334"/>
            <a:ext cx="6874933" cy="5266267"/>
          </a:xfrm>
          <a:custGeom>
            <a:avLst/>
            <a:gdLst/>
            <a:ahLst/>
            <a:cxnLst/>
            <a:rect l="l" t="t" r="r" b="b"/>
            <a:pathLst>
              <a:path w="206248" h="157988" extrusionOk="0">
                <a:moveTo>
                  <a:pt x="0" y="8636"/>
                </a:moveTo>
                <a:lnTo>
                  <a:pt x="197104" y="157988"/>
                </a:lnTo>
                <a:lnTo>
                  <a:pt x="206248" y="134620"/>
                </a:lnTo>
                <a:lnTo>
                  <a:pt x="76708" y="0"/>
                </a:lnTo>
                <a:lnTo>
                  <a:pt x="188468" y="3810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759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69034" y="-109333"/>
            <a:ext cx="12632267" cy="7052733"/>
          </a:xfrm>
          <a:custGeom>
            <a:avLst/>
            <a:gdLst/>
            <a:ahLst/>
            <a:cxnLst/>
            <a:rect l="l" t="t" r="r" b="b"/>
            <a:pathLst>
              <a:path w="378968" h="211582" extrusionOk="0">
                <a:moveTo>
                  <a:pt x="0" y="60960"/>
                </a:moveTo>
                <a:lnTo>
                  <a:pt x="50038" y="0"/>
                </a:lnTo>
                <a:lnTo>
                  <a:pt x="1778" y="114554"/>
                </a:lnTo>
                <a:lnTo>
                  <a:pt x="106172" y="762"/>
                </a:lnTo>
                <a:lnTo>
                  <a:pt x="289560" y="211074"/>
                </a:lnTo>
                <a:lnTo>
                  <a:pt x="374650" y="153924"/>
                </a:lnTo>
                <a:lnTo>
                  <a:pt x="322326" y="211582"/>
                </a:lnTo>
                <a:lnTo>
                  <a:pt x="378968" y="19050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de-DE" sz="2400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00" y="2942691"/>
            <a:ext cx="11360800" cy="76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659291"/>
            <a:ext cx="11360800" cy="6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0597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-256033" y="-100500"/>
            <a:ext cx="13128167" cy="7016267"/>
          </a:xfrm>
          <a:custGeom>
            <a:avLst/>
            <a:gdLst/>
            <a:ahLst/>
            <a:cxnLst/>
            <a:rect l="l" t="t" r="r" b="b"/>
            <a:pathLst>
              <a:path w="393845" h="210488" extrusionOk="0">
                <a:moveTo>
                  <a:pt x="331671" y="1130"/>
                </a:moveTo>
                <a:lnTo>
                  <a:pt x="393845" y="91566"/>
                </a:lnTo>
                <a:lnTo>
                  <a:pt x="155775" y="678"/>
                </a:lnTo>
                <a:lnTo>
                  <a:pt x="80035" y="210488"/>
                </a:lnTo>
                <a:lnTo>
                  <a:pt x="0" y="122766"/>
                </a:lnTo>
                <a:lnTo>
                  <a:pt x="36400" y="0"/>
                </a:lnTo>
                <a:lnTo>
                  <a:pt x="30748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269733" y="2922567"/>
            <a:ext cx="48600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1269733" y="1866900"/>
            <a:ext cx="4860000" cy="10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1269733" y="3990633"/>
            <a:ext cx="32612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596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124856" y="2044633"/>
            <a:ext cx="4667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4363667" y="-129533"/>
            <a:ext cx="8187867" cy="3302967"/>
          </a:xfrm>
          <a:custGeom>
            <a:avLst/>
            <a:gdLst/>
            <a:ahLst/>
            <a:cxnLst/>
            <a:rect l="l" t="t" r="r" b="b"/>
            <a:pathLst>
              <a:path w="245636" h="99089" extrusionOk="0">
                <a:moveTo>
                  <a:pt x="244332" y="34681"/>
                </a:moveTo>
                <a:lnTo>
                  <a:pt x="161411" y="261"/>
                </a:lnTo>
                <a:lnTo>
                  <a:pt x="245636" y="99089"/>
                </a:lnTo>
                <a:lnTo>
                  <a:pt x="3390" y="261"/>
                </a:ln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358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124867" y="2598433"/>
            <a:ext cx="4618000" cy="30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249212" y="2044633"/>
            <a:ext cx="4618000" cy="36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1135900" y="2058833"/>
            <a:ext cx="4618000" cy="5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2180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-308666" y="4238901"/>
            <a:ext cx="1605033" cy="2757367"/>
          </a:xfrm>
          <a:custGeom>
            <a:avLst/>
            <a:gdLst/>
            <a:ahLst/>
            <a:cxnLst/>
            <a:rect l="l" t="t" r="r" b="b"/>
            <a:pathLst>
              <a:path w="48151" h="82721" extrusionOk="0">
                <a:moveTo>
                  <a:pt x="0" y="32409"/>
                </a:moveTo>
                <a:lnTo>
                  <a:pt x="37348" y="82721"/>
                </a:lnTo>
                <a:lnTo>
                  <a:pt x="48151" y="82103"/>
                </a:lnTo>
                <a:lnTo>
                  <a:pt x="6173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19000"/>
              </a:srgbClr>
            </a:outerShdw>
          </a:effectLst>
        </p:spPr>
      </p:sp>
      <p:sp>
        <p:nvSpPr>
          <p:cNvPr id="28" name="Google Shape;28;p6"/>
          <p:cNvSpPr/>
          <p:nvPr/>
        </p:nvSpPr>
        <p:spPr>
          <a:xfrm>
            <a:off x="9712433" y="-123466"/>
            <a:ext cx="2551600" cy="1512433"/>
          </a:xfrm>
          <a:custGeom>
            <a:avLst/>
            <a:gdLst/>
            <a:ahLst/>
            <a:cxnLst/>
            <a:rect l="l" t="t" r="r" b="b"/>
            <a:pathLst>
              <a:path w="76548" h="45373" extrusionOk="0">
                <a:moveTo>
                  <a:pt x="0" y="0"/>
                </a:moveTo>
                <a:lnTo>
                  <a:pt x="76548" y="45373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31000"/>
              </a:srgbClr>
            </a:outerShdw>
          </a:effectLst>
        </p:spPr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982000" y="733833"/>
            <a:ext cx="1022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1974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4036200" y="1770700"/>
            <a:ext cx="41196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606600" y="2864700"/>
            <a:ext cx="4978800" cy="22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57189" algn="ctr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algn="ctr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algn="ctr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algn="ctr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algn="ctr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algn="ctr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algn="ctr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algn="ctr">
              <a:spcBef>
                <a:spcPts val="2133"/>
              </a:spcBef>
              <a:spcAft>
                <a:spcPts val="2133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/>
          <p:nvPr/>
        </p:nvSpPr>
        <p:spPr>
          <a:xfrm>
            <a:off x="6147200" y="-523334"/>
            <a:ext cx="6874933" cy="5266267"/>
          </a:xfrm>
          <a:custGeom>
            <a:avLst/>
            <a:gdLst/>
            <a:ahLst/>
            <a:cxnLst/>
            <a:rect l="l" t="t" r="r" b="b"/>
            <a:pathLst>
              <a:path w="206248" h="157988" extrusionOk="0">
                <a:moveTo>
                  <a:pt x="0" y="8636"/>
                </a:moveTo>
                <a:lnTo>
                  <a:pt x="197104" y="157988"/>
                </a:lnTo>
                <a:lnTo>
                  <a:pt x="206248" y="134620"/>
                </a:lnTo>
                <a:lnTo>
                  <a:pt x="76708" y="0"/>
                </a:lnTo>
                <a:lnTo>
                  <a:pt x="188468" y="3810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1487239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6402101" y="-51433"/>
            <a:ext cx="6512895" cy="6985967"/>
          </a:xfrm>
          <a:custGeom>
            <a:avLst/>
            <a:gdLst/>
            <a:ahLst/>
            <a:cxnLst/>
            <a:rect l="l" t="t" r="r" b="b"/>
            <a:pathLst>
              <a:path w="182417" h="209579" extrusionOk="0">
                <a:moveTo>
                  <a:pt x="0" y="0"/>
                </a:moveTo>
                <a:lnTo>
                  <a:pt x="117908" y="209579"/>
                </a:lnTo>
                <a:lnTo>
                  <a:pt x="182417" y="209579"/>
                </a:lnTo>
                <a:lnTo>
                  <a:pt x="182417" y="0"/>
                </a:ln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chemeClr val="dk1">
                <a:alpha val="20000"/>
              </a:schemeClr>
            </a:outerShdw>
          </a:effectLst>
        </p:spPr>
      </p:sp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8247300" y="953000"/>
            <a:ext cx="2996000" cy="2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846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187133" y="2972467"/>
            <a:ext cx="4306000" cy="49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187133" y="3504807"/>
            <a:ext cx="5116000" cy="30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10393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600933" y="652900"/>
            <a:ext cx="3624400" cy="261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/>
          <p:nvPr/>
        </p:nvSpPr>
        <p:spPr>
          <a:xfrm flipH="1">
            <a:off x="-555467" y="-323433"/>
            <a:ext cx="3945667" cy="3549567"/>
          </a:xfrm>
          <a:custGeom>
            <a:avLst/>
            <a:gdLst/>
            <a:ahLst/>
            <a:cxnLst/>
            <a:rect l="l" t="t" r="r" b="b"/>
            <a:pathLst>
              <a:path w="118370" h="106487" extrusionOk="0">
                <a:moveTo>
                  <a:pt x="59571" y="4938"/>
                </a:moveTo>
                <a:lnTo>
                  <a:pt x="118370" y="63737"/>
                </a:lnTo>
                <a:lnTo>
                  <a:pt x="0" y="0"/>
                </a:lnTo>
                <a:lnTo>
                  <a:pt x="118216" y="106487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38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527435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942767"/>
            <a:ext cx="11360800" cy="227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889000" y="4214767"/>
            <a:ext cx="44140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 idx="2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01130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286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-2420867" y="-506400"/>
            <a:ext cx="15002933" cy="6062133"/>
          </a:xfrm>
          <a:custGeom>
            <a:avLst/>
            <a:gdLst/>
            <a:ahLst/>
            <a:cxnLst/>
            <a:rect l="l" t="t" r="r" b="b"/>
            <a:pathLst>
              <a:path w="450088" h="181864" extrusionOk="0">
                <a:moveTo>
                  <a:pt x="450088" y="181864"/>
                </a:moveTo>
                <a:lnTo>
                  <a:pt x="0" y="151384"/>
                </a:lnTo>
                <a:lnTo>
                  <a:pt x="244856" y="10160"/>
                </a:lnTo>
                <a:lnTo>
                  <a:pt x="448564" y="168656"/>
                </a:lnTo>
                <a:lnTo>
                  <a:pt x="399796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890000" y="3005200"/>
            <a:ext cx="2391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890000" y="3737433"/>
            <a:ext cx="2391600" cy="10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890000" y="2120767"/>
            <a:ext cx="23916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/>
          </p:nvPr>
        </p:nvSpPr>
        <p:spPr>
          <a:xfrm>
            <a:off x="3563467" y="3005200"/>
            <a:ext cx="2391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4"/>
          </p:nvPr>
        </p:nvSpPr>
        <p:spPr>
          <a:xfrm>
            <a:off x="3563467" y="3737433"/>
            <a:ext cx="2391600" cy="10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5" hasCustomPrompt="1"/>
          </p:nvPr>
        </p:nvSpPr>
        <p:spPr>
          <a:xfrm>
            <a:off x="3563467" y="2120767"/>
            <a:ext cx="23916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6"/>
          </p:nvPr>
        </p:nvSpPr>
        <p:spPr>
          <a:xfrm>
            <a:off x="6236933" y="3005200"/>
            <a:ext cx="2391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7"/>
          </p:nvPr>
        </p:nvSpPr>
        <p:spPr>
          <a:xfrm>
            <a:off x="6236933" y="3737433"/>
            <a:ext cx="2391600" cy="10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8" hasCustomPrompt="1"/>
          </p:nvPr>
        </p:nvSpPr>
        <p:spPr>
          <a:xfrm>
            <a:off x="6236933" y="2120767"/>
            <a:ext cx="23916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9"/>
          </p:nvPr>
        </p:nvSpPr>
        <p:spPr>
          <a:xfrm>
            <a:off x="8910400" y="3005200"/>
            <a:ext cx="2391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3"/>
          </p:nvPr>
        </p:nvSpPr>
        <p:spPr>
          <a:xfrm>
            <a:off x="8910400" y="3737433"/>
            <a:ext cx="2391600" cy="10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14" hasCustomPrompt="1"/>
          </p:nvPr>
        </p:nvSpPr>
        <p:spPr>
          <a:xfrm>
            <a:off x="8910400" y="2120767"/>
            <a:ext cx="23916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4618251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ullet points">
  <p:cSld name="Title and bullet poin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1052667" y="1579667"/>
            <a:ext cx="9481600" cy="458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062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  <a:defRPr sz="1667">
                <a:solidFill>
                  <a:schemeClr val="dk1"/>
                </a:solidFill>
              </a:defRPr>
            </a:lvl1pPr>
            <a:lvl2pPr marL="1219170" lvl="1" indent="-4106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  <a:defRPr sz="1667">
                <a:solidFill>
                  <a:schemeClr val="dk1"/>
                </a:solidFill>
              </a:defRPr>
            </a:lvl2pPr>
            <a:lvl3pPr marL="1828754" lvl="2" indent="-4106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50"/>
              <a:buChar char="■"/>
              <a:defRPr sz="1667">
                <a:solidFill>
                  <a:schemeClr val="dk1"/>
                </a:solidFill>
              </a:defRPr>
            </a:lvl3pPr>
            <a:lvl4pPr marL="2438339" lvl="3" indent="-4106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  <a:defRPr sz="1667">
                <a:solidFill>
                  <a:schemeClr val="dk1"/>
                </a:solidFill>
              </a:defRPr>
            </a:lvl4pPr>
            <a:lvl5pPr marL="3047924" lvl="4" indent="-4106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  <a:defRPr sz="1667">
                <a:solidFill>
                  <a:schemeClr val="dk1"/>
                </a:solidFill>
              </a:defRPr>
            </a:lvl5pPr>
            <a:lvl6pPr marL="3657509" lvl="5" indent="-4106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50"/>
              <a:buChar char="■"/>
              <a:defRPr sz="1667">
                <a:solidFill>
                  <a:schemeClr val="dk1"/>
                </a:solidFill>
              </a:defRPr>
            </a:lvl6pPr>
            <a:lvl7pPr marL="4267093" lvl="6" indent="-4106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  <a:defRPr sz="1667">
                <a:solidFill>
                  <a:schemeClr val="dk1"/>
                </a:solidFill>
              </a:defRPr>
            </a:lvl7pPr>
            <a:lvl8pPr marL="4876678" lvl="7" indent="-410623" rtl="0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  <a:defRPr sz="1667">
                <a:solidFill>
                  <a:schemeClr val="dk1"/>
                </a:solidFill>
              </a:defRPr>
            </a:lvl8pPr>
            <a:lvl9pPr marL="5486263" lvl="8" indent="-410623" rtl="0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250"/>
              <a:buChar char="■"/>
              <a:defRPr sz="1667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836095" y="732344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95524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1536900" y="4418733"/>
            <a:ext cx="2391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subTitle" idx="1"/>
          </p:nvPr>
        </p:nvSpPr>
        <p:spPr>
          <a:xfrm>
            <a:off x="1557767" y="5149283"/>
            <a:ext cx="2391600" cy="9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 idx="2" hasCustomPrompt="1"/>
          </p:nvPr>
        </p:nvSpPr>
        <p:spPr>
          <a:xfrm>
            <a:off x="1557767" y="3680200"/>
            <a:ext cx="23916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 idx="3"/>
          </p:nvPr>
        </p:nvSpPr>
        <p:spPr>
          <a:xfrm>
            <a:off x="4553000" y="4418684"/>
            <a:ext cx="2391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ubTitle" idx="4"/>
          </p:nvPr>
        </p:nvSpPr>
        <p:spPr>
          <a:xfrm>
            <a:off x="4573867" y="5149187"/>
            <a:ext cx="2391600" cy="9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title" idx="5" hasCustomPrompt="1"/>
          </p:nvPr>
        </p:nvSpPr>
        <p:spPr>
          <a:xfrm>
            <a:off x="4573867" y="3680151"/>
            <a:ext cx="23916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3" name="Google Shape;73;p15"/>
          <p:cNvSpPr txBox="1">
            <a:spLocks noGrp="1"/>
          </p:cNvSpPr>
          <p:nvPr>
            <p:ph type="title" idx="6"/>
          </p:nvPr>
        </p:nvSpPr>
        <p:spPr>
          <a:xfrm>
            <a:off x="7655567" y="4418667"/>
            <a:ext cx="2391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subTitle" idx="7"/>
          </p:nvPr>
        </p:nvSpPr>
        <p:spPr>
          <a:xfrm>
            <a:off x="7676433" y="5149167"/>
            <a:ext cx="2391600" cy="9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title" idx="8" hasCustomPrompt="1"/>
          </p:nvPr>
        </p:nvSpPr>
        <p:spPr>
          <a:xfrm>
            <a:off x="7676433" y="3680133"/>
            <a:ext cx="23916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6" name="Google Shape;76;p15"/>
          <p:cNvSpPr txBox="1">
            <a:spLocks noGrp="1"/>
          </p:cNvSpPr>
          <p:nvPr>
            <p:ph type="title" idx="9"/>
          </p:nvPr>
        </p:nvSpPr>
        <p:spPr>
          <a:xfrm>
            <a:off x="1580133" y="1392233"/>
            <a:ext cx="2391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subTitle" idx="13"/>
          </p:nvPr>
        </p:nvSpPr>
        <p:spPr>
          <a:xfrm>
            <a:off x="1580133" y="2122720"/>
            <a:ext cx="2391600" cy="9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title" idx="14" hasCustomPrompt="1"/>
          </p:nvPr>
        </p:nvSpPr>
        <p:spPr>
          <a:xfrm>
            <a:off x="1580133" y="653667"/>
            <a:ext cx="23916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79" name="Google Shape;79;p15"/>
          <p:cNvSpPr txBox="1">
            <a:spLocks noGrp="1"/>
          </p:cNvSpPr>
          <p:nvPr>
            <p:ph type="title" idx="15"/>
          </p:nvPr>
        </p:nvSpPr>
        <p:spPr>
          <a:xfrm>
            <a:off x="4596233" y="1392217"/>
            <a:ext cx="2391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ubTitle" idx="16"/>
          </p:nvPr>
        </p:nvSpPr>
        <p:spPr>
          <a:xfrm>
            <a:off x="4596233" y="2122720"/>
            <a:ext cx="2391600" cy="9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title" idx="17" hasCustomPrompt="1"/>
          </p:nvPr>
        </p:nvSpPr>
        <p:spPr>
          <a:xfrm>
            <a:off x="4596233" y="653684"/>
            <a:ext cx="23916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2" name="Google Shape;82;p15"/>
          <p:cNvSpPr txBox="1">
            <a:spLocks noGrp="1"/>
          </p:cNvSpPr>
          <p:nvPr>
            <p:ph type="title" idx="18"/>
          </p:nvPr>
        </p:nvSpPr>
        <p:spPr>
          <a:xfrm>
            <a:off x="7698800" y="1392200"/>
            <a:ext cx="2391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19"/>
          </p:nvPr>
        </p:nvSpPr>
        <p:spPr>
          <a:xfrm>
            <a:off x="7698800" y="2122700"/>
            <a:ext cx="2391600" cy="9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title" idx="20" hasCustomPrompt="1"/>
          </p:nvPr>
        </p:nvSpPr>
        <p:spPr>
          <a:xfrm>
            <a:off x="7698800" y="653667"/>
            <a:ext cx="23916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9211342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3">
  <p:cSld name="Table of contents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1829967" y="1157456"/>
            <a:ext cx="3224400" cy="8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1"/>
          </p:nvPr>
        </p:nvSpPr>
        <p:spPr>
          <a:xfrm>
            <a:off x="1829967" y="1507731"/>
            <a:ext cx="3224400" cy="9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title" idx="2"/>
          </p:nvPr>
        </p:nvSpPr>
        <p:spPr>
          <a:xfrm>
            <a:off x="1829967" y="3309736"/>
            <a:ext cx="3224400" cy="8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89" name="Google Shape;89;p16"/>
          <p:cNvSpPr txBox="1">
            <a:spLocks noGrp="1"/>
          </p:cNvSpPr>
          <p:nvPr>
            <p:ph type="subTitle" idx="3"/>
          </p:nvPr>
        </p:nvSpPr>
        <p:spPr>
          <a:xfrm>
            <a:off x="1829967" y="3638236"/>
            <a:ext cx="3224400" cy="9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6"/>
          <p:cNvSpPr txBox="1">
            <a:spLocks noGrp="1"/>
          </p:cNvSpPr>
          <p:nvPr>
            <p:ph type="title" idx="4"/>
          </p:nvPr>
        </p:nvSpPr>
        <p:spPr>
          <a:xfrm>
            <a:off x="7251733" y="2253789"/>
            <a:ext cx="3224400" cy="8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subTitle" idx="5"/>
          </p:nvPr>
        </p:nvSpPr>
        <p:spPr>
          <a:xfrm>
            <a:off x="7251733" y="2596491"/>
            <a:ext cx="3224400" cy="9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title" idx="6"/>
          </p:nvPr>
        </p:nvSpPr>
        <p:spPr>
          <a:xfrm>
            <a:off x="7251733" y="4394079"/>
            <a:ext cx="3224400" cy="8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7"/>
          </p:nvPr>
        </p:nvSpPr>
        <p:spPr>
          <a:xfrm>
            <a:off x="7251733" y="4736777"/>
            <a:ext cx="3224400" cy="9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4" name="Google Shape;94;p16"/>
          <p:cNvCxnSpPr/>
          <p:nvPr/>
        </p:nvCxnSpPr>
        <p:spPr>
          <a:xfrm flipH="1">
            <a:off x="-985100" y="-657700"/>
            <a:ext cx="4192800" cy="4014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algn="bl" rotWithShape="0">
              <a:srgbClr val="000000"/>
            </a:outerShdw>
          </a:effectLst>
        </p:spPr>
      </p:cxnSp>
      <p:sp>
        <p:nvSpPr>
          <p:cNvPr id="95" name="Google Shape;95;p16"/>
          <p:cNvSpPr txBox="1">
            <a:spLocks noGrp="1"/>
          </p:cNvSpPr>
          <p:nvPr>
            <p:ph type="title" idx="8" hasCustomPrompt="1"/>
          </p:nvPr>
        </p:nvSpPr>
        <p:spPr>
          <a:xfrm>
            <a:off x="5155967" y="1446833"/>
            <a:ext cx="9880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6" name="Google Shape;96;p16"/>
          <p:cNvSpPr txBox="1">
            <a:spLocks noGrp="1"/>
          </p:cNvSpPr>
          <p:nvPr>
            <p:ph type="title" idx="9" hasCustomPrompt="1"/>
          </p:nvPr>
        </p:nvSpPr>
        <p:spPr>
          <a:xfrm>
            <a:off x="6152967" y="2540500"/>
            <a:ext cx="9700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7" name="Google Shape;97;p16"/>
          <p:cNvSpPr txBox="1">
            <a:spLocks noGrp="1"/>
          </p:cNvSpPr>
          <p:nvPr>
            <p:ph type="title" idx="13" hasCustomPrompt="1"/>
          </p:nvPr>
        </p:nvSpPr>
        <p:spPr>
          <a:xfrm>
            <a:off x="5155967" y="3594267"/>
            <a:ext cx="9880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 idx="14" hasCustomPrompt="1"/>
          </p:nvPr>
        </p:nvSpPr>
        <p:spPr>
          <a:xfrm>
            <a:off x="6143967" y="4687933"/>
            <a:ext cx="988000" cy="7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5848682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325520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947367" y="2633167"/>
            <a:ext cx="2437600" cy="15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86293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947367" y="2633167"/>
            <a:ext cx="2437600" cy="159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16576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/>
          <p:nvPr/>
        </p:nvSpPr>
        <p:spPr>
          <a:xfrm>
            <a:off x="-117800" y="-200267"/>
            <a:ext cx="12462933" cy="5889867"/>
          </a:xfrm>
          <a:custGeom>
            <a:avLst/>
            <a:gdLst/>
            <a:ahLst/>
            <a:cxnLst/>
            <a:rect l="l" t="t" r="r" b="b"/>
            <a:pathLst>
              <a:path w="373888" h="176696" extrusionOk="0">
                <a:moveTo>
                  <a:pt x="0" y="53716"/>
                </a:moveTo>
                <a:lnTo>
                  <a:pt x="155846" y="0"/>
                </a:lnTo>
                <a:lnTo>
                  <a:pt x="0" y="176696"/>
                </a:lnTo>
                <a:lnTo>
                  <a:pt x="373888" y="5301"/>
                </a:lnTo>
                <a:lnTo>
                  <a:pt x="372828" y="153372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9000"/>
              </a:srgbClr>
            </a:outerShdw>
          </a:effectLst>
        </p:spPr>
      </p:sp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2132411" y="2192400"/>
            <a:ext cx="2783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1"/>
          </p:nvPr>
        </p:nvSpPr>
        <p:spPr>
          <a:xfrm>
            <a:off x="2132411" y="3026233"/>
            <a:ext cx="27836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title" idx="2"/>
          </p:nvPr>
        </p:nvSpPr>
        <p:spPr>
          <a:xfrm>
            <a:off x="7275989" y="2192400"/>
            <a:ext cx="2783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ubTitle" idx="3"/>
          </p:nvPr>
        </p:nvSpPr>
        <p:spPr>
          <a:xfrm>
            <a:off x="7275977" y="3026233"/>
            <a:ext cx="27836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54037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Two columns 2">
    <p:bg>
      <p:bgPr>
        <a:solidFill>
          <a:schemeClr val="accent6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subTitle" idx="1"/>
          </p:nvPr>
        </p:nvSpPr>
        <p:spPr>
          <a:xfrm>
            <a:off x="6705477" y="4575300"/>
            <a:ext cx="27836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subTitle" idx="2"/>
          </p:nvPr>
        </p:nvSpPr>
        <p:spPr>
          <a:xfrm>
            <a:off x="2674811" y="1853233"/>
            <a:ext cx="27836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6705477" y="3741467"/>
            <a:ext cx="2783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title" idx="3"/>
          </p:nvPr>
        </p:nvSpPr>
        <p:spPr>
          <a:xfrm>
            <a:off x="2674811" y="1019400"/>
            <a:ext cx="2783600" cy="8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title" idx="4" hasCustomPrompt="1"/>
          </p:nvPr>
        </p:nvSpPr>
        <p:spPr>
          <a:xfrm>
            <a:off x="1026900" y="1092867"/>
            <a:ext cx="1647600" cy="16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r>
              <a:t>xx%</a:t>
            </a:r>
          </a:p>
        </p:txBody>
      </p:sp>
      <p:sp>
        <p:nvSpPr>
          <p:cNvPr id="117" name="Google Shape;117;p21"/>
          <p:cNvSpPr txBox="1">
            <a:spLocks noGrp="1"/>
          </p:cNvSpPr>
          <p:nvPr>
            <p:ph type="title" idx="5" hasCustomPrompt="1"/>
          </p:nvPr>
        </p:nvSpPr>
        <p:spPr>
          <a:xfrm>
            <a:off x="9489067" y="3798467"/>
            <a:ext cx="1647600" cy="16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Font typeface="Fira Sans Condensed"/>
              <a:buNone/>
              <a:defRPr sz="10666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r>
              <a:t>xx%</a:t>
            </a:r>
          </a:p>
        </p:txBody>
      </p:sp>
      <p:cxnSp>
        <p:nvCxnSpPr>
          <p:cNvPr id="118" name="Google Shape;118;p21"/>
          <p:cNvCxnSpPr/>
          <p:nvPr/>
        </p:nvCxnSpPr>
        <p:spPr>
          <a:xfrm>
            <a:off x="5802767" y="-114333"/>
            <a:ext cx="4192800" cy="4014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10860000" algn="bl" rotWithShape="0">
              <a:srgbClr val="000000"/>
            </a:outerShdw>
          </a:effectLst>
        </p:spPr>
      </p:cxnSp>
      <p:cxnSp>
        <p:nvCxnSpPr>
          <p:cNvPr id="119" name="Google Shape;119;p21"/>
          <p:cNvCxnSpPr/>
          <p:nvPr/>
        </p:nvCxnSpPr>
        <p:spPr>
          <a:xfrm>
            <a:off x="8726833" y="-657700"/>
            <a:ext cx="4192800" cy="4014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10860000" algn="bl" rotWithShape="0">
              <a:srgbClr val="000000"/>
            </a:outerShdw>
          </a:effectLst>
        </p:spPr>
      </p:cxnSp>
      <p:cxnSp>
        <p:nvCxnSpPr>
          <p:cNvPr id="120" name="Google Shape;120;p21"/>
          <p:cNvCxnSpPr/>
          <p:nvPr/>
        </p:nvCxnSpPr>
        <p:spPr>
          <a:xfrm>
            <a:off x="-1189467" y="3741467"/>
            <a:ext cx="4192800" cy="4014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960000" algn="bl" rotWithShape="0">
              <a:srgbClr val="000000"/>
            </a:outerShdw>
          </a:effectLst>
        </p:spPr>
      </p:cxnSp>
      <p:cxnSp>
        <p:nvCxnSpPr>
          <p:cNvPr id="121" name="Google Shape;121;p21"/>
          <p:cNvCxnSpPr/>
          <p:nvPr/>
        </p:nvCxnSpPr>
        <p:spPr>
          <a:xfrm>
            <a:off x="1734600" y="3198100"/>
            <a:ext cx="4192800" cy="4014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960000" algn="bl" rotWithShape="0">
              <a:srgbClr val="000000"/>
            </a:outerShdw>
          </a:effectLst>
        </p:spPr>
      </p:cxnSp>
    </p:spTree>
    <p:extLst>
      <p:ext uri="{BB962C8B-B14F-4D97-AF65-F5344CB8AC3E}">
        <p14:creationId xmlns:p14="http://schemas.microsoft.com/office/powerpoint/2010/main" val="35726519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3">
  <p:cSld name="Two columns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subTitle" idx="1"/>
          </p:nvPr>
        </p:nvSpPr>
        <p:spPr>
          <a:xfrm>
            <a:off x="6698211" y="2040467"/>
            <a:ext cx="27836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914611" y="2246667"/>
            <a:ext cx="2783600" cy="8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2"/>
          </p:nvPr>
        </p:nvSpPr>
        <p:spPr>
          <a:xfrm>
            <a:off x="6698211" y="4167133"/>
            <a:ext cx="27836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title" idx="3"/>
          </p:nvPr>
        </p:nvSpPr>
        <p:spPr>
          <a:xfrm>
            <a:off x="3914611" y="4373333"/>
            <a:ext cx="2783600" cy="8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Font typeface="Fira Sans Condensed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title" idx="4"/>
          </p:nvPr>
        </p:nvSpPr>
        <p:spPr>
          <a:xfrm>
            <a:off x="836095" y="732344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717290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7064767" y="3227933"/>
            <a:ext cx="3922400" cy="4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ubTitle" idx="1"/>
          </p:nvPr>
        </p:nvSpPr>
        <p:spPr>
          <a:xfrm>
            <a:off x="5851567" y="780733"/>
            <a:ext cx="5135600" cy="20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1" name="Google Shape;131;p23"/>
          <p:cNvSpPr/>
          <p:nvPr/>
        </p:nvSpPr>
        <p:spPr>
          <a:xfrm>
            <a:off x="1" y="514434"/>
            <a:ext cx="12716700" cy="4197767"/>
          </a:xfrm>
          <a:custGeom>
            <a:avLst/>
            <a:gdLst/>
            <a:ahLst/>
            <a:cxnLst/>
            <a:rect l="l" t="t" r="r" b="b"/>
            <a:pathLst>
              <a:path w="381501" h="125933" extrusionOk="0">
                <a:moveTo>
                  <a:pt x="381501" y="66670"/>
                </a:moveTo>
                <a:lnTo>
                  <a:pt x="303719" y="125933"/>
                </a:lnTo>
                <a:lnTo>
                  <a:pt x="14198" y="0"/>
                </a:lnTo>
                <a:lnTo>
                  <a:pt x="0" y="9877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36000"/>
              </a:srgbClr>
            </a:outerShdw>
          </a:effectLst>
        </p:spPr>
      </p:sp>
      <p:sp>
        <p:nvSpPr>
          <p:cNvPr id="132" name="Google Shape;132;p23"/>
          <p:cNvSpPr/>
          <p:nvPr/>
        </p:nvSpPr>
        <p:spPr>
          <a:xfrm>
            <a:off x="-20566" y="-102899"/>
            <a:ext cx="6214300" cy="2325233"/>
          </a:xfrm>
          <a:custGeom>
            <a:avLst/>
            <a:gdLst/>
            <a:ahLst/>
            <a:cxnLst/>
            <a:rect l="l" t="t" r="r" b="b"/>
            <a:pathLst>
              <a:path w="186429" h="69757" extrusionOk="0">
                <a:moveTo>
                  <a:pt x="0" y="69757"/>
                </a:moveTo>
                <a:lnTo>
                  <a:pt x="186429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38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28503241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rcentages">
  <p:cSld name="Percentage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 hasCustomPrompt="1"/>
          </p:nvPr>
        </p:nvSpPr>
        <p:spPr>
          <a:xfrm>
            <a:off x="1259333" y="4276933"/>
            <a:ext cx="2764800" cy="10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35" name="Google Shape;135;p24"/>
          <p:cNvSpPr txBox="1">
            <a:spLocks noGrp="1"/>
          </p:cNvSpPr>
          <p:nvPr>
            <p:ph type="subTitle" idx="1"/>
          </p:nvPr>
        </p:nvSpPr>
        <p:spPr>
          <a:xfrm>
            <a:off x="1259333" y="5233467"/>
            <a:ext cx="27648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title" idx="2" hasCustomPrompt="1"/>
          </p:nvPr>
        </p:nvSpPr>
        <p:spPr>
          <a:xfrm>
            <a:off x="4713600" y="4276933"/>
            <a:ext cx="2764800" cy="10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37" name="Google Shape;137;p24"/>
          <p:cNvSpPr txBox="1">
            <a:spLocks noGrp="1"/>
          </p:cNvSpPr>
          <p:nvPr>
            <p:ph type="subTitle" idx="3"/>
          </p:nvPr>
        </p:nvSpPr>
        <p:spPr>
          <a:xfrm>
            <a:off x="4713600" y="5233467"/>
            <a:ext cx="27648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title" idx="4" hasCustomPrompt="1"/>
          </p:nvPr>
        </p:nvSpPr>
        <p:spPr>
          <a:xfrm>
            <a:off x="8167867" y="4276933"/>
            <a:ext cx="2764800" cy="109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39" name="Google Shape;139;p24"/>
          <p:cNvSpPr txBox="1">
            <a:spLocks noGrp="1"/>
          </p:cNvSpPr>
          <p:nvPr>
            <p:ph type="subTitle" idx="5"/>
          </p:nvPr>
        </p:nvSpPr>
        <p:spPr>
          <a:xfrm>
            <a:off x="8167867" y="5233467"/>
            <a:ext cx="27648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title" idx="6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70290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903933" y="1854233"/>
            <a:ext cx="3855200" cy="22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99765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solidFill>
          <a:schemeClr val="lt2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/>
          <p:nvPr/>
        </p:nvSpPr>
        <p:spPr>
          <a:xfrm>
            <a:off x="4941867" y="-370366"/>
            <a:ext cx="7439467" cy="9567567"/>
          </a:xfrm>
          <a:custGeom>
            <a:avLst/>
            <a:gdLst/>
            <a:ahLst/>
            <a:cxnLst/>
            <a:rect l="l" t="t" r="r" b="b"/>
            <a:pathLst>
              <a:path w="223184" h="287027" extrusionOk="0">
                <a:moveTo>
                  <a:pt x="0" y="264497"/>
                </a:moveTo>
                <a:lnTo>
                  <a:pt x="37038" y="273930"/>
                </a:lnTo>
                <a:lnTo>
                  <a:pt x="84081" y="287027"/>
                </a:lnTo>
                <a:lnTo>
                  <a:pt x="35395" y="0"/>
                </a:lnTo>
                <a:lnTo>
                  <a:pt x="223184" y="5242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9000"/>
              </a:srgbClr>
            </a:outerShdw>
          </a:effectLst>
        </p:spPr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7361967" y="3112100"/>
            <a:ext cx="3855200" cy="17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algn="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algn="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algn="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algn="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algn="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algn="r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algn="r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algn="r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algn="r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5454767" y="1977500"/>
            <a:ext cx="5762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20771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7109434" y="-61734"/>
            <a:ext cx="5370633" cy="5627867"/>
          </a:xfrm>
          <a:custGeom>
            <a:avLst/>
            <a:gdLst/>
            <a:ahLst/>
            <a:cxnLst/>
            <a:rect l="l" t="t" r="r" b="b"/>
            <a:pathLst>
              <a:path w="161119" h="168836" extrusionOk="0">
                <a:moveTo>
                  <a:pt x="0" y="0"/>
                </a:moveTo>
                <a:lnTo>
                  <a:pt x="158033" y="89202"/>
                </a:lnTo>
                <a:lnTo>
                  <a:pt x="140131" y="136118"/>
                </a:lnTo>
                <a:lnTo>
                  <a:pt x="161119" y="168836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</p:sp>
      <p:sp>
        <p:nvSpPr>
          <p:cNvPr id="150" name="Google Shape;150;p27"/>
          <p:cNvSpPr/>
          <p:nvPr/>
        </p:nvSpPr>
        <p:spPr>
          <a:xfrm>
            <a:off x="9167134" y="-133766"/>
            <a:ext cx="3261500" cy="2006300"/>
          </a:xfrm>
          <a:custGeom>
            <a:avLst/>
            <a:gdLst/>
            <a:ahLst/>
            <a:cxnLst/>
            <a:rect l="l" t="t" r="r" b="b"/>
            <a:pathLst>
              <a:path w="97845" h="60189" extrusionOk="0">
                <a:moveTo>
                  <a:pt x="0" y="0"/>
                </a:moveTo>
                <a:lnTo>
                  <a:pt x="97536" y="56794"/>
                </a:lnTo>
                <a:lnTo>
                  <a:pt x="97845" y="6018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</p:sp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1485564" y="2105600"/>
            <a:ext cx="29140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subTitle" idx="1"/>
          </p:nvPr>
        </p:nvSpPr>
        <p:spPr>
          <a:xfrm>
            <a:off x="1485564" y="2528496"/>
            <a:ext cx="29140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title" idx="2"/>
          </p:nvPr>
        </p:nvSpPr>
        <p:spPr>
          <a:xfrm>
            <a:off x="1485564" y="3983169"/>
            <a:ext cx="29140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subTitle" idx="3"/>
          </p:nvPr>
        </p:nvSpPr>
        <p:spPr>
          <a:xfrm>
            <a:off x="1485564" y="4397065"/>
            <a:ext cx="29140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title" idx="4"/>
          </p:nvPr>
        </p:nvSpPr>
        <p:spPr>
          <a:xfrm>
            <a:off x="7792464" y="2105600"/>
            <a:ext cx="29140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56" name="Google Shape;156;p27"/>
          <p:cNvSpPr txBox="1">
            <a:spLocks noGrp="1"/>
          </p:cNvSpPr>
          <p:nvPr>
            <p:ph type="subTitle" idx="5"/>
          </p:nvPr>
        </p:nvSpPr>
        <p:spPr>
          <a:xfrm>
            <a:off x="7792464" y="2528496"/>
            <a:ext cx="29140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title" idx="6"/>
          </p:nvPr>
        </p:nvSpPr>
        <p:spPr>
          <a:xfrm>
            <a:off x="7792464" y="3983169"/>
            <a:ext cx="29140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subTitle" idx="7"/>
          </p:nvPr>
        </p:nvSpPr>
        <p:spPr>
          <a:xfrm>
            <a:off x="7792464" y="4397065"/>
            <a:ext cx="29140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title" idx="8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22801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1001947" y="4527833"/>
            <a:ext cx="2200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subTitle" idx="1"/>
          </p:nvPr>
        </p:nvSpPr>
        <p:spPr>
          <a:xfrm>
            <a:off x="1001947" y="4950732"/>
            <a:ext cx="2200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title" idx="2"/>
          </p:nvPr>
        </p:nvSpPr>
        <p:spPr>
          <a:xfrm>
            <a:off x="3664516" y="4527833"/>
            <a:ext cx="2200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ubTitle" idx="3"/>
          </p:nvPr>
        </p:nvSpPr>
        <p:spPr>
          <a:xfrm>
            <a:off x="3664516" y="4950732"/>
            <a:ext cx="2200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title" idx="4"/>
          </p:nvPr>
        </p:nvSpPr>
        <p:spPr>
          <a:xfrm>
            <a:off x="6327084" y="4527833"/>
            <a:ext cx="2200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subTitle" idx="5"/>
          </p:nvPr>
        </p:nvSpPr>
        <p:spPr>
          <a:xfrm>
            <a:off x="6327084" y="4950732"/>
            <a:ext cx="2200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title" idx="6"/>
          </p:nvPr>
        </p:nvSpPr>
        <p:spPr>
          <a:xfrm>
            <a:off x="8989653" y="4527833"/>
            <a:ext cx="2200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68" name="Google Shape;168;p28"/>
          <p:cNvSpPr txBox="1">
            <a:spLocks noGrp="1"/>
          </p:cNvSpPr>
          <p:nvPr>
            <p:ph type="subTitle" idx="7"/>
          </p:nvPr>
        </p:nvSpPr>
        <p:spPr>
          <a:xfrm>
            <a:off x="8989653" y="4950732"/>
            <a:ext cx="2200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title" idx="8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27196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/>
          <p:nvPr/>
        </p:nvSpPr>
        <p:spPr>
          <a:xfrm>
            <a:off x="6147200" y="-523334"/>
            <a:ext cx="6874933" cy="5266267"/>
          </a:xfrm>
          <a:custGeom>
            <a:avLst/>
            <a:gdLst/>
            <a:ahLst/>
            <a:cxnLst/>
            <a:rect l="l" t="t" r="r" b="b"/>
            <a:pathLst>
              <a:path w="206248" h="157988" extrusionOk="0">
                <a:moveTo>
                  <a:pt x="0" y="8636"/>
                </a:moveTo>
                <a:lnTo>
                  <a:pt x="197104" y="157988"/>
                </a:lnTo>
                <a:lnTo>
                  <a:pt x="206248" y="134620"/>
                </a:lnTo>
                <a:lnTo>
                  <a:pt x="76708" y="0"/>
                </a:lnTo>
                <a:lnTo>
                  <a:pt x="188468" y="3810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2" name="Google Shape;172;p29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13707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2">
  <p:cSld name="One column text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>
            <a:spLocks noGrp="1"/>
          </p:cNvSpPr>
          <p:nvPr>
            <p:ph type="title"/>
          </p:nvPr>
        </p:nvSpPr>
        <p:spPr>
          <a:xfrm>
            <a:off x="2343567" y="3626900"/>
            <a:ext cx="264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75" name="Google Shape;175;p30"/>
          <p:cNvSpPr txBox="1">
            <a:spLocks noGrp="1"/>
          </p:cNvSpPr>
          <p:nvPr>
            <p:ph type="body" idx="1"/>
          </p:nvPr>
        </p:nvSpPr>
        <p:spPr>
          <a:xfrm>
            <a:off x="5617233" y="1396400"/>
            <a:ext cx="4231200" cy="40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40256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2pPr>
            <a:lvl3pPr marL="1828754" lvl="2" indent="-440256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3pPr>
            <a:lvl4pPr marL="2438339" lvl="3" indent="-440256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4pPr>
            <a:lvl5pPr marL="3047924" lvl="4" indent="-440256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 rtl="0">
              <a:spcBef>
                <a:spcPts val="2133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 rtl="0">
              <a:spcBef>
                <a:spcPts val="2133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 rtl="0">
              <a:spcBef>
                <a:spcPts val="2133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 rtl="0">
              <a:spcBef>
                <a:spcPts val="2133"/>
              </a:spcBef>
              <a:spcAft>
                <a:spcPts val="2133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49161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Quote 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>
            <a:spLocks noGrp="1"/>
          </p:cNvSpPr>
          <p:nvPr>
            <p:ph type="title"/>
          </p:nvPr>
        </p:nvSpPr>
        <p:spPr>
          <a:xfrm>
            <a:off x="1077100" y="4626633"/>
            <a:ext cx="3922400" cy="4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78" name="Google Shape;178;p31"/>
          <p:cNvSpPr txBox="1">
            <a:spLocks noGrp="1"/>
          </p:cNvSpPr>
          <p:nvPr>
            <p:ph type="subTitle" idx="1"/>
          </p:nvPr>
        </p:nvSpPr>
        <p:spPr>
          <a:xfrm>
            <a:off x="1077100" y="1750167"/>
            <a:ext cx="4262800" cy="26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79" name="Google Shape;179;p31"/>
          <p:cNvSpPr/>
          <p:nvPr/>
        </p:nvSpPr>
        <p:spPr>
          <a:xfrm rot="10800000" flipH="1">
            <a:off x="-33" y="-1069"/>
            <a:ext cx="12462933" cy="6860517"/>
          </a:xfrm>
          <a:custGeom>
            <a:avLst/>
            <a:gdLst/>
            <a:ahLst/>
            <a:cxnLst/>
            <a:rect l="l" t="t" r="r" b="b"/>
            <a:pathLst>
              <a:path w="373888" h="176696" extrusionOk="0">
                <a:moveTo>
                  <a:pt x="0" y="53716"/>
                </a:moveTo>
                <a:lnTo>
                  <a:pt x="155846" y="0"/>
                </a:lnTo>
                <a:lnTo>
                  <a:pt x="0" y="176696"/>
                </a:lnTo>
                <a:lnTo>
                  <a:pt x="373888" y="5301"/>
                </a:lnTo>
                <a:lnTo>
                  <a:pt x="372828" y="153372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9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42412492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title"/>
          </p:nvPr>
        </p:nvSpPr>
        <p:spPr>
          <a:xfrm>
            <a:off x="1633351" y="28079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subTitle" idx="1"/>
          </p:nvPr>
        </p:nvSpPr>
        <p:spPr>
          <a:xfrm>
            <a:off x="1633351" y="3343167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83" name="Google Shape;183;p32"/>
          <p:cNvSpPr txBox="1">
            <a:spLocks noGrp="1"/>
          </p:cNvSpPr>
          <p:nvPr>
            <p:ph type="title" idx="2"/>
          </p:nvPr>
        </p:nvSpPr>
        <p:spPr>
          <a:xfrm>
            <a:off x="4913001" y="28079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84" name="Google Shape;184;p32"/>
          <p:cNvSpPr txBox="1">
            <a:spLocks noGrp="1"/>
          </p:cNvSpPr>
          <p:nvPr>
            <p:ph type="subTitle" idx="3"/>
          </p:nvPr>
        </p:nvSpPr>
        <p:spPr>
          <a:xfrm>
            <a:off x="4913001" y="3343167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85" name="Google Shape;185;p32"/>
          <p:cNvSpPr txBox="1">
            <a:spLocks noGrp="1"/>
          </p:cNvSpPr>
          <p:nvPr>
            <p:ph type="title" idx="4"/>
          </p:nvPr>
        </p:nvSpPr>
        <p:spPr>
          <a:xfrm>
            <a:off x="8192652" y="28079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86" name="Google Shape;186;p32"/>
          <p:cNvSpPr txBox="1">
            <a:spLocks noGrp="1"/>
          </p:cNvSpPr>
          <p:nvPr>
            <p:ph type="subTitle" idx="5"/>
          </p:nvPr>
        </p:nvSpPr>
        <p:spPr>
          <a:xfrm>
            <a:off x="8192652" y="3343167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87" name="Google Shape;187;p32"/>
          <p:cNvSpPr/>
          <p:nvPr/>
        </p:nvSpPr>
        <p:spPr>
          <a:xfrm>
            <a:off x="9959368" y="-210267"/>
            <a:ext cx="2489833" cy="7191733"/>
          </a:xfrm>
          <a:custGeom>
            <a:avLst/>
            <a:gdLst/>
            <a:ahLst/>
            <a:cxnLst/>
            <a:rect l="l" t="t" r="r" b="b"/>
            <a:pathLst>
              <a:path w="74695" h="215752" extrusionOk="0">
                <a:moveTo>
                  <a:pt x="0" y="0"/>
                </a:moveTo>
                <a:lnTo>
                  <a:pt x="74695" y="61114"/>
                </a:lnTo>
                <a:lnTo>
                  <a:pt x="309" y="215752"/>
                </a:lnTo>
                <a:lnTo>
                  <a:pt x="72226" y="181799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88" name="Google Shape;188;p32"/>
          <p:cNvSpPr txBox="1">
            <a:spLocks noGrp="1"/>
          </p:cNvSpPr>
          <p:nvPr>
            <p:ph type="title" idx="6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54237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1125351" y="28079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91" name="Google Shape;191;p33"/>
          <p:cNvSpPr txBox="1">
            <a:spLocks noGrp="1"/>
          </p:cNvSpPr>
          <p:nvPr>
            <p:ph type="subTitle" idx="1"/>
          </p:nvPr>
        </p:nvSpPr>
        <p:spPr>
          <a:xfrm>
            <a:off x="1125351" y="3343167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title" idx="2"/>
          </p:nvPr>
        </p:nvSpPr>
        <p:spPr>
          <a:xfrm>
            <a:off x="4913001" y="28079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93" name="Google Shape;193;p33"/>
          <p:cNvSpPr txBox="1">
            <a:spLocks noGrp="1"/>
          </p:cNvSpPr>
          <p:nvPr>
            <p:ph type="subTitle" idx="3"/>
          </p:nvPr>
        </p:nvSpPr>
        <p:spPr>
          <a:xfrm>
            <a:off x="4913001" y="3343167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94" name="Google Shape;194;p33"/>
          <p:cNvSpPr txBox="1">
            <a:spLocks noGrp="1"/>
          </p:cNvSpPr>
          <p:nvPr>
            <p:ph type="title" idx="4"/>
          </p:nvPr>
        </p:nvSpPr>
        <p:spPr>
          <a:xfrm>
            <a:off x="8700652" y="28079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95" name="Google Shape;195;p33"/>
          <p:cNvSpPr txBox="1">
            <a:spLocks noGrp="1"/>
          </p:cNvSpPr>
          <p:nvPr>
            <p:ph type="subTitle" idx="5"/>
          </p:nvPr>
        </p:nvSpPr>
        <p:spPr>
          <a:xfrm>
            <a:off x="8700652" y="3343167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96" name="Google Shape;196;p33"/>
          <p:cNvSpPr txBox="1">
            <a:spLocks noGrp="1"/>
          </p:cNvSpPr>
          <p:nvPr>
            <p:ph type="title" idx="6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97" name="Google Shape;197;p33"/>
          <p:cNvSpPr txBox="1">
            <a:spLocks noGrp="1"/>
          </p:cNvSpPr>
          <p:nvPr>
            <p:ph type="title" idx="7"/>
          </p:nvPr>
        </p:nvSpPr>
        <p:spPr>
          <a:xfrm>
            <a:off x="3019151" y="44755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98" name="Google Shape;198;p33"/>
          <p:cNvSpPr txBox="1">
            <a:spLocks noGrp="1"/>
          </p:cNvSpPr>
          <p:nvPr>
            <p:ph type="subTitle" idx="8"/>
          </p:nvPr>
        </p:nvSpPr>
        <p:spPr>
          <a:xfrm>
            <a:off x="3019151" y="5010767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99" name="Google Shape;199;p33"/>
          <p:cNvSpPr txBox="1">
            <a:spLocks noGrp="1"/>
          </p:cNvSpPr>
          <p:nvPr>
            <p:ph type="title" idx="9"/>
          </p:nvPr>
        </p:nvSpPr>
        <p:spPr>
          <a:xfrm>
            <a:off x="6806817" y="44755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00" name="Google Shape;200;p33"/>
          <p:cNvSpPr txBox="1">
            <a:spLocks noGrp="1"/>
          </p:cNvSpPr>
          <p:nvPr>
            <p:ph type="subTitle" idx="13"/>
          </p:nvPr>
        </p:nvSpPr>
        <p:spPr>
          <a:xfrm>
            <a:off x="6806817" y="5010767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5231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03" name="Google Shape;203;p34"/>
          <p:cNvSpPr txBox="1">
            <a:spLocks noGrp="1"/>
          </p:cNvSpPr>
          <p:nvPr>
            <p:ph type="title" idx="2" hasCustomPrompt="1"/>
          </p:nvPr>
        </p:nvSpPr>
        <p:spPr>
          <a:xfrm>
            <a:off x="4431219" y="1749533"/>
            <a:ext cx="2764800" cy="1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04" name="Google Shape;204;p34"/>
          <p:cNvSpPr txBox="1">
            <a:spLocks noGrp="1"/>
          </p:cNvSpPr>
          <p:nvPr>
            <p:ph type="title" idx="3" hasCustomPrompt="1"/>
          </p:nvPr>
        </p:nvSpPr>
        <p:spPr>
          <a:xfrm>
            <a:off x="4431219" y="3368200"/>
            <a:ext cx="2764800" cy="1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05" name="Google Shape;205;p34"/>
          <p:cNvSpPr txBox="1">
            <a:spLocks noGrp="1"/>
          </p:cNvSpPr>
          <p:nvPr>
            <p:ph type="title" idx="4" hasCustomPrompt="1"/>
          </p:nvPr>
        </p:nvSpPr>
        <p:spPr>
          <a:xfrm>
            <a:off x="4431219" y="4986867"/>
            <a:ext cx="2764800" cy="1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06" name="Google Shape;206;p34"/>
          <p:cNvSpPr txBox="1">
            <a:spLocks noGrp="1"/>
          </p:cNvSpPr>
          <p:nvPr>
            <p:ph type="subTitle" idx="1"/>
          </p:nvPr>
        </p:nvSpPr>
        <p:spPr>
          <a:xfrm>
            <a:off x="7760797" y="1728733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07" name="Google Shape;207;p34"/>
          <p:cNvSpPr txBox="1">
            <a:spLocks noGrp="1"/>
          </p:cNvSpPr>
          <p:nvPr>
            <p:ph type="subTitle" idx="5"/>
          </p:nvPr>
        </p:nvSpPr>
        <p:spPr>
          <a:xfrm>
            <a:off x="7689821" y="3347400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08" name="Google Shape;208;p34"/>
          <p:cNvSpPr txBox="1">
            <a:spLocks noGrp="1"/>
          </p:cNvSpPr>
          <p:nvPr>
            <p:ph type="subTitle" idx="6"/>
          </p:nvPr>
        </p:nvSpPr>
        <p:spPr>
          <a:xfrm>
            <a:off x="7718203" y="4966067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09" name="Google Shape;209;p34"/>
          <p:cNvSpPr txBox="1">
            <a:spLocks noGrp="1"/>
          </p:cNvSpPr>
          <p:nvPr>
            <p:ph type="title" idx="7"/>
          </p:nvPr>
        </p:nvSpPr>
        <p:spPr>
          <a:xfrm>
            <a:off x="2065203" y="2041333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10" name="Google Shape;210;p34"/>
          <p:cNvSpPr txBox="1">
            <a:spLocks noGrp="1"/>
          </p:cNvSpPr>
          <p:nvPr>
            <p:ph type="title" idx="8"/>
          </p:nvPr>
        </p:nvSpPr>
        <p:spPr>
          <a:xfrm>
            <a:off x="2136213" y="52786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11" name="Google Shape;211;p34"/>
          <p:cNvSpPr txBox="1">
            <a:spLocks noGrp="1"/>
          </p:cNvSpPr>
          <p:nvPr>
            <p:ph type="title" idx="9"/>
          </p:nvPr>
        </p:nvSpPr>
        <p:spPr>
          <a:xfrm>
            <a:off x="2178795" y="3660000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59761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14" name="Google Shape;214;p35"/>
          <p:cNvSpPr txBox="1">
            <a:spLocks noGrp="1"/>
          </p:cNvSpPr>
          <p:nvPr>
            <p:ph type="title" idx="2"/>
          </p:nvPr>
        </p:nvSpPr>
        <p:spPr>
          <a:xfrm>
            <a:off x="1633351" y="40716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15" name="Google Shape;215;p35"/>
          <p:cNvSpPr txBox="1">
            <a:spLocks noGrp="1"/>
          </p:cNvSpPr>
          <p:nvPr>
            <p:ph type="subTitle" idx="1"/>
          </p:nvPr>
        </p:nvSpPr>
        <p:spPr>
          <a:xfrm>
            <a:off x="1633351" y="4550072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16" name="Google Shape;216;p35"/>
          <p:cNvSpPr txBox="1">
            <a:spLocks noGrp="1"/>
          </p:cNvSpPr>
          <p:nvPr>
            <p:ph type="title" idx="3"/>
          </p:nvPr>
        </p:nvSpPr>
        <p:spPr>
          <a:xfrm>
            <a:off x="4913001" y="40716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17" name="Google Shape;217;p35"/>
          <p:cNvSpPr txBox="1">
            <a:spLocks noGrp="1"/>
          </p:cNvSpPr>
          <p:nvPr>
            <p:ph type="subTitle" idx="4"/>
          </p:nvPr>
        </p:nvSpPr>
        <p:spPr>
          <a:xfrm>
            <a:off x="4913001" y="4550072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18" name="Google Shape;218;p35"/>
          <p:cNvSpPr txBox="1">
            <a:spLocks noGrp="1"/>
          </p:cNvSpPr>
          <p:nvPr>
            <p:ph type="title" idx="5"/>
          </p:nvPr>
        </p:nvSpPr>
        <p:spPr>
          <a:xfrm>
            <a:off x="8192652" y="40716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19" name="Google Shape;219;p35"/>
          <p:cNvSpPr txBox="1">
            <a:spLocks noGrp="1"/>
          </p:cNvSpPr>
          <p:nvPr>
            <p:ph type="subTitle" idx="6"/>
          </p:nvPr>
        </p:nvSpPr>
        <p:spPr>
          <a:xfrm>
            <a:off x="8192652" y="4550072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323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Title and three columns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6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22" name="Google Shape;222;p36"/>
          <p:cNvSpPr txBox="1">
            <a:spLocks noGrp="1"/>
          </p:cNvSpPr>
          <p:nvPr>
            <p:ph type="subTitle" idx="1"/>
          </p:nvPr>
        </p:nvSpPr>
        <p:spPr>
          <a:xfrm>
            <a:off x="6892103" y="1728733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23" name="Google Shape;223;p36"/>
          <p:cNvSpPr txBox="1">
            <a:spLocks noGrp="1"/>
          </p:cNvSpPr>
          <p:nvPr>
            <p:ph type="subTitle" idx="2"/>
          </p:nvPr>
        </p:nvSpPr>
        <p:spPr>
          <a:xfrm>
            <a:off x="6892120" y="3347400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24" name="Google Shape;224;p36"/>
          <p:cNvSpPr txBox="1">
            <a:spLocks noGrp="1"/>
          </p:cNvSpPr>
          <p:nvPr>
            <p:ph type="subTitle" idx="3"/>
          </p:nvPr>
        </p:nvSpPr>
        <p:spPr>
          <a:xfrm>
            <a:off x="6892104" y="4966067"/>
            <a:ext cx="2366000" cy="113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25" name="Google Shape;225;p36"/>
          <p:cNvSpPr txBox="1">
            <a:spLocks noGrp="1"/>
          </p:cNvSpPr>
          <p:nvPr>
            <p:ph type="title" idx="4"/>
          </p:nvPr>
        </p:nvSpPr>
        <p:spPr>
          <a:xfrm>
            <a:off x="4326701" y="2041333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26" name="Google Shape;226;p36"/>
          <p:cNvSpPr txBox="1">
            <a:spLocks noGrp="1"/>
          </p:cNvSpPr>
          <p:nvPr>
            <p:ph type="title" idx="5"/>
          </p:nvPr>
        </p:nvSpPr>
        <p:spPr>
          <a:xfrm>
            <a:off x="4326720" y="5278667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27" name="Google Shape;227;p36"/>
          <p:cNvSpPr txBox="1">
            <a:spLocks noGrp="1"/>
          </p:cNvSpPr>
          <p:nvPr>
            <p:ph type="title" idx="6"/>
          </p:nvPr>
        </p:nvSpPr>
        <p:spPr>
          <a:xfrm>
            <a:off x="4326704" y="3660000"/>
            <a:ext cx="2366000" cy="5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381549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>
            <a:spLocks noGrp="1"/>
          </p:cNvSpPr>
          <p:nvPr>
            <p:ph type="title"/>
          </p:nvPr>
        </p:nvSpPr>
        <p:spPr>
          <a:xfrm>
            <a:off x="1238167" y="20894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30" name="Google Shape;230;p37"/>
          <p:cNvSpPr txBox="1">
            <a:spLocks noGrp="1"/>
          </p:cNvSpPr>
          <p:nvPr>
            <p:ph type="subTitle" idx="1"/>
          </p:nvPr>
        </p:nvSpPr>
        <p:spPr>
          <a:xfrm>
            <a:off x="1238167" y="25122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31" name="Google Shape;231;p37"/>
          <p:cNvSpPr txBox="1">
            <a:spLocks noGrp="1"/>
          </p:cNvSpPr>
          <p:nvPr>
            <p:ph type="title" idx="2"/>
          </p:nvPr>
        </p:nvSpPr>
        <p:spPr>
          <a:xfrm>
            <a:off x="4747800" y="20894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32" name="Google Shape;232;p37"/>
          <p:cNvSpPr txBox="1">
            <a:spLocks noGrp="1"/>
          </p:cNvSpPr>
          <p:nvPr>
            <p:ph type="subTitle" idx="3"/>
          </p:nvPr>
        </p:nvSpPr>
        <p:spPr>
          <a:xfrm>
            <a:off x="4747800" y="25122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33" name="Google Shape;233;p37"/>
          <p:cNvSpPr txBox="1">
            <a:spLocks noGrp="1"/>
          </p:cNvSpPr>
          <p:nvPr>
            <p:ph type="title" idx="4"/>
          </p:nvPr>
        </p:nvSpPr>
        <p:spPr>
          <a:xfrm>
            <a:off x="8257433" y="20894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34" name="Google Shape;234;p37"/>
          <p:cNvSpPr txBox="1">
            <a:spLocks noGrp="1"/>
          </p:cNvSpPr>
          <p:nvPr>
            <p:ph type="subTitle" idx="5"/>
          </p:nvPr>
        </p:nvSpPr>
        <p:spPr>
          <a:xfrm>
            <a:off x="8257433" y="25122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35" name="Google Shape;235;p37"/>
          <p:cNvSpPr txBox="1">
            <a:spLocks noGrp="1"/>
          </p:cNvSpPr>
          <p:nvPr>
            <p:ph type="title" idx="6"/>
          </p:nvPr>
        </p:nvSpPr>
        <p:spPr>
          <a:xfrm>
            <a:off x="1238167" y="4130233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36" name="Google Shape;236;p37"/>
          <p:cNvSpPr txBox="1">
            <a:spLocks noGrp="1"/>
          </p:cNvSpPr>
          <p:nvPr>
            <p:ph type="subTitle" idx="7"/>
          </p:nvPr>
        </p:nvSpPr>
        <p:spPr>
          <a:xfrm>
            <a:off x="1238167" y="4553131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37" name="Google Shape;237;p37"/>
          <p:cNvSpPr txBox="1">
            <a:spLocks noGrp="1"/>
          </p:cNvSpPr>
          <p:nvPr>
            <p:ph type="title" idx="8"/>
          </p:nvPr>
        </p:nvSpPr>
        <p:spPr>
          <a:xfrm>
            <a:off x="4747800" y="4130233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38" name="Google Shape;238;p37"/>
          <p:cNvSpPr txBox="1">
            <a:spLocks noGrp="1"/>
          </p:cNvSpPr>
          <p:nvPr>
            <p:ph type="subTitle" idx="9"/>
          </p:nvPr>
        </p:nvSpPr>
        <p:spPr>
          <a:xfrm>
            <a:off x="4747800" y="4553131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39" name="Google Shape;239;p37"/>
          <p:cNvSpPr txBox="1">
            <a:spLocks noGrp="1"/>
          </p:cNvSpPr>
          <p:nvPr>
            <p:ph type="title" idx="13"/>
          </p:nvPr>
        </p:nvSpPr>
        <p:spPr>
          <a:xfrm>
            <a:off x="8257433" y="4130233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40" name="Google Shape;240;p37"/>
          <p:cNvSpPr txBox="1">
            <a:spLocks noGrp="1"/>
          </p:cNvSpPr>
          <p:nvPr>
            <p:ph type="subTitle" idx="14"/>
          </p:nvPr>
        </p:nvSpPr>
        <p:spPr>
          <a:xfrm>
            <a:off x="8257433" y="4553131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41" name="Google Shape;241;p37"/>
          <p:cNvSpPr/>
          <p:nvPr/>
        </p:nvSpPr>
        <p:spPr>
          <a:xfrm>
            <a:off x="0" y="481300"/>
            <a:ext cx="12541800" cy="5895400"/>
          </a:xfrm>
          <a:custGeom>
            <a:avLst/>
            <a:gdLst/>
            <a:ahLst/>
            <a:cxnLst/>
            <a:rect l="l" t="t" r="r" b="b"/>
            <a:pathLst>
              <a:path w="376254" h="176862" extrusionOk="0">
                <a:moveTo>
                  <a:pt x="0" y="129946"/>
                </a:moveTo>
                <a:lnTo>
                  <a:pt x="292608" y="0"/>
                </a:lnTo>
                <a:lnTo>
                  <a:pt x="373168" y="176862"/>
                </a:lnTo>
                <a:lnTo>
                  <a:pt x="376254" y="176244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3000"/>
              </a:srgbClr>
            </a:outerShdw>
          </a:effectLst>
        </p:spPr>
      </p:sp>
      <p:sp>
        <p:nvSpPr>
          <p:cNvPr id="242" name="Google Shape;242;p37"/>
          <p:cNvSpPr txBox="1">
            <a:spLocks noGrp="1"/>
          </p:cNvSpPr>
          <p:nvPr>
            <p:ph type="title" idx="15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592538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2">
  <p:cSld name="Title and six columns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>
            <a:spLocks noGrp="1"/>
          </p:cNvSpPr>
          <p:nvPr>
            <p:ph type="title"/>
          </p:nvPr>
        </p:nvSpPr>
        <p:spPr>
          <a:xfrm>
            <a:off x="5223300" y="9647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45" name="Google Shape;245;p38"/>
          <p:cNvSpPr txBox="1">
            <a:spLocks noGrp="1"/>
          </p:cNvSpPr>
          <p:nvPr>
            <p:ph type="subTitle" idx="1"/>
          </p:nvPr>
        </p:nvSpPr>
        <p:spPr>
          <a:xfrm>
            <a:off x="5223300" y="13875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46" name="Google Shape;246;p38"/>
          <p:cNvSpPr txBox="1">
            <a:spLocks noGrp="1"/>
          </p:cNvSpPr>
          <p:nvPr>
            <p:ph type="title" idx="2"/>
          </p:nvPr>
        </p:nvSpPr>
        <p:spPr>
          <a:xfrm>
            <a:off x="8508800" y="9647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47" name="Google Shape;247;p38"/>
          <p:cNvSpPr txBox="1">
            <a:spLocks noGrp="1"/>
          </p:cNvSpPr>
          <p:nvPr>
            <p:ph type="subTitle" idx="3"/>
          </p:nvPr>
        </p:nvSpPr>
        <p:spPr>
          <a:xfrm>
            <a:off x="8508800" y="13875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48" name="Google Shape;248;p38"/>
          <p:cNvSpPr txBox="1">
            <a:spLocks noGrp="1"/>
          </p:cNvSpPr>
          <p:nvPr>
            <p:ph type="title" idx="4"/>
          </p:nvPr>
        </p:nvSpPr>
        <p:spPr>
          <a:xfrm>
            <a:off x="5251700" y="48424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49" name="Google Shape;249;p38"/>
          <p:cNvSpPr txBox="1">
            <a:spLocks noGrp="1"/>
          </p:cNvSpPr>
          <p:nvPr>
            <p:ph type="subTitle" idx="5"/>
          </p:nvPr>
        </p:nvSpPr>
        <p:spPr>
          <a:xfrm>
            <a:off x="5251700" y="52652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50" name="Google Shape;250;p38"/>
          <p:cNvSpPr txBox="1">
            <a:spLocks noGrp="1"/>
          </p:cNvSpPr>
          <p:nvPr>
            <p:ph type="title" idx="6"/>
          </p:nvPr>
        </p:nvSpPr>
        <p:spPr>
          <a:xfrm>
            <a:off x="8537200" y="4842400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51" name="Google Shape;251;p38"/>
          <p:cNvSpPr txBox="1">
            <a:spLocks noGrp="1"/>
          </p:cNvSpPr>
          <p:nvPr>
            <p:ph type="subTitle" idx="7"/>
          </p:nvPr>
        </p:nvSpPr>
        <p:spPr>
          <a:xfrm>
            <a:off x="8537200" y="526529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52" name="Google Shape;252;p38"/>
          <p:cNvSpPr txBox="1">
            <a:spLocks noGrp="1"/>
          </p:cNvSpPr>
          <p:nvPr>
            <p:ph type="title" idx="8"/>
          </p:nvPr>
        </p:nvSpPr>
        <p:spPr>
          <a:xfrm>
            <a:off x="5251700" y="2903551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53" name="Google Shape;253;p38"/>
          <p:cNvSpPr txBox="1">
            <a:spLocks noGrp="1"/>
          </p:cNvSpPr>
          <p:nvPr>
            <p:ph type="subTitle" idx="9"/>
          </p:nvPr>
        </p:nvSpPr>
        <p:spPr>
          <a:xfrm>
            <a:off x="5251700" y="332644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54" name="Google Shape;254;p38"/>
          <p:cNvSpPr txBox="1">
            <a:spLocks noGrp="1"/>
          </p:cNvSpPr>
          <p:nvPr>
            <p:ph type="title" idx="13"/>
          </p:nvPr>
        </p:nvSpPr>
        <p:spPr>
          <a:xfrm>
            <a:off x="8537200" y="2903551"/>
            <a:ext cx="2696400" cy="5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55" name="Google Shape;255;p38"/>
          <p:cNvSpPr txBox="1">
            <a:spLocks noGrp="1"/>
          </p:cNvSpPr>
          <p:nvPr>
            <p:ph type="subTitle" idx="14"/>
          </p:nvPr>
        </p:nvSpPr>
        <p:spPr>
          <a:xfrm>
            <a:off x="8537200" y="3326447"/>
            <a:ext cx="2696400" cy="8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56" name="Google Shape;256;p38"/>
          <p:cNvSpPr txBox="1">
            <a:spLocks noGrp="1"/>
          </p:cNvSpPr>
          <p:nvPr>
            <p:ph type="title" idx="15"/>
          </p:nvPr>
        </p:nvSpPr>
        <p:spPr>
          <a:xfrm>
            <a:off x="1518600" y="2248800"/>
            <a:ext cx="2696400" cy="236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32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32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32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32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32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32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32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Muli"/>
              <a:buNone/>
              <a:defRPr sz="32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57" name="Google Shape;257;p38"/>
          <p:cNvSpPr/>
          <p:nvPr/>
        </p:nvSpPr>
        <p:spPr>
          <a:xfrm rot="-8458454">
            <a:off x="2150367" y="2809357"/>
            <a:ext cx="12542400" cy="5895683"/>
          </a:xfrm>
          <a:custGeom>
            <a:avLst/>
            <a:gdLst/>
            <a:ahLst/>
            <a:cxnLst/>
            <a:rect l="l" t="t" r="r" b="b"/>
            <a:pathLst>
              <a:path w="376254" h="176862" extrusionOk="0">
                <a:moveTo>
                  <a:pt x="0" y="129946"/>
                </a:moveTo>
                <a:lnTo>
                  <a:pt x="292608" y="0"/>
                </a:lnTo>
                <a:lnTo>
                  <a:pt x="373168" y="176862"/>
                </a:lnTo>
                <a:lnTo>
                  <a:pt x="376254" y="176244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3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42042057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1_Title and two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>
            <a:spLocks noGrp="1"/>
          </p:cNvSpPr>
          <p:nvPr>
            <p:ph type="title"/>
          </p:nvPr>
        </p:nvSpPr>
        <p:spPr>
          <a:xfrm>
            <a:off x="2429352" y="4649767"/>
            <a:ext cx="2783600" cy="3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60" name="Google Shape;260;p39"/>
          <p:cNvSpPr txBox="1">
            <a:spLocks noGrp="1"/>
          </p:cNvSpPr>
          <p:nvPr>
            <p:ph type="subTitle" idx="1"/>
          </p:nvPr>
        </p:nvSpPr>
        <p:spPr>
          <a:xfrm>
            <a:off x="2146551" y="3125367"/>
            <a:ext cx="33492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61" name="Google Shape;261;p39"/>
          <p:cNvSpPr txBox="1">
            <a:spLocks noGrp="1"/>
          </p:cNvSpPr>
          <p:nvPr>
            <p:ph type="title" idx="2"/>
          </p:nvPr>
        </p:nvSpPr>
        <p:spPr>
          <a:xfrm>
            <a:off x="6979052" y="4649767"/>
            <a:ext cx="2783600" cy="3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62" name="Google Shape;262;p39"/>
          <p:cNvSpPr txBox="1">
            <a:spLocks noGrp="1"/>
          </p:cNvSpPr>
          <p:nvPr>
            <p:ph type="subTitle" idx="3"/>
          </p:nvPr>
        </p:nvSpPr>
        <p:spPr>
          <a:xfrm>
            <a:off x="6696251" y="3125367"/>
            <a:ext cx="33492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263" name="Google Shape;263;p39"/>
          <p:cNvSpPr/>
          <p:nvPr/>
        </p:nvSpPr>
        <p:spPr>
          <a:xfrm>
            <a:off x="-30467" y="1296967"/>
            <a:ext cx="12541800" cy="5864500"/>
          </a:xfrm>
          <a:custGeom>
            <a:avLst/>
            <a:gdLst/>
            <a:ahLst/>
            <a:cxnLst/>
            <a:rect l="l" t="t" r="r" b="b"/>
            <a:pathLst>
              <a:path w="376254" h="175935" extrusionOk="0">
                <a:moveTo>
                  <a:pt x="0" y="0"/>
                </a:moveTo>
                <a:lnTo>
                  <a:pt x="103092" y="170379"/>
                </a:lnTo>
                <a:lnTo>
                  <a:pt x="376254" y="108031"/>
                </a:lnTo>
                <a:lnTo>
                  <a:pt x="320696" y="175935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4" name="Google Shape;264;p39"/>
          <p:cNvSpPr txBox="1">
            <a:spLocks noGrp="1"/>
          </p:cNvSpPr>
          <p:nvPr>
            <p:ph type="title" idx="4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58344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bg>
      <p:bgPr>
        <a:solidFill>
          <a:schemeClr val="accent6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cxnSp>
        <p:nvCxnSpPr>
          <p:cNvPr id="267" name="Google Shape;267;p40"/>
          <p:cNvCxnSpPr/>
          <p:nvPr/>
        </p:nvCxnSpPr>
        <p:spPr>
          <a:xfrm>
            <a:off x="8982400" y="-1091500"/>
            <a:ext cx="3920800" cy="39208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10860000" algn="bl" rotWithShape="0">
              <a:srgbClr val="000000"/>
            </a:outerShdw>
          </a:effectLst>
        </p:spPr>
      </p:cxnSp>
      <p:cxnSp>
        <p:nvCxnSpPr>
          <p:cNvPr id="268" name="Google Shape;268;p40"/>
          <p:cNvCxnSpPr/>
          <p:nvPr/>
        </p:nvCxnSpPr>
        <p:spPr>
          <a:xfrm>
            <a:off x="-1135900" y="3634867"/>
            <a:ext cx="4139200" cy="41212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dir="960000" algn="bl" rotWithShape="0">
              <a:srgbClr val="000000"/>
            </a:outerShdw>
          </a:effectLst>
        </p:spPr>
      </p:cxnSp>
      <p:sp>
        <p:nvSpPr>
          <p:cNvPr id="269" name="Google Shape;269;p40"/>
          <p:cNvSpPr txBox="1">
            <a:spLocks noGrp="1"/>
          </p:cNvSpPr>
          <p:nvPr>
            <p:ph type="title" idx="2"/>
          </p:nvPr>
        </p:nvSpPr>
        <p:spPr>
          <a:xfrm>
            <a:off x="4653384" y="2829300"/>
            <a:ext cx="2783600" cy="3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70" name="Google Shape;270;p40"/>
          <p:cNvSpPr txBox="1">
            <a:spLocks noGrp="1"/>
          </p:cNvSpPr>
          <p:nvPr>
            <p:ph type="subTitle" idx="1"/>
          </p:nvPr>
        </p:nvSpPr>
        <p:spPr>
          <a:xfrm>
            <a:off x="4559665" y="1662900"/>
            <a:ext cx="30776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40"/>
          <p:cNvSpPr txBox="1">
            <a:spLocks noGrp="1"/>
          </p:cNvSpPr>
          <p:nvPr>
            <p:ph type="title" idx="3"/>
          </p:nvPr>
        </p:nvSpPr>
        <p:spPr>
          <a:xfrm>
            <a:off x="4653384" y="5358500"/>
            <a:ext cx="2783600" cy="3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72" name="Google Shape;272;p40"/>
          <p:cNvSpPr txBox="1">
            <a:spLocks noGrp="1"/>
          </p:cNvSpPr>
          <p:nvPr>
            <p:ph type="subTitle" idx="4"/>
          </p:nvPr>
        </p:nvSpPr>
        <p:spPr>
          <a:xfrm>
            <a:off x="4559665" y="4200100"/>
            <a:ext cx="3077600" cy="12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19127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275" name="Google Shape;275;p41"/>
          <p:cNvSpPr txBox="1">
            <a:spLocks noGrp="1"/>
          </p:cNvSpPr>
          <p:nvPr>
            <p:ph type="subTitle" idx="1"/>
          </p:nvPr>
        </p:nvSpPr>
        <p:spPr>
          <a:xfrm>
            <a:off x="2863733" y="4363200"/>
            <a:ext cx="2620000" cy="16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41"/>
          <p:cNvSpPr txBox="1">
            <a:spLocks noGrp="1"/>
          </p:cNvSpPr>
          <p:nvPr>
            <p:ph type="subTitle" idx="2"/>
          </p:nvPr>
        </p:nvSpPr>
        <p:spPr>
          <a:xfrm>
            <a:off x="2863733" y="2286933"/>
            <a:ext cx="2620000" cy="162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41"/>
          <p:cNvSpPr txBox="1">
            <a:spLocks noGrp="1"/>
          </p:cNvSpPr>
          <p:nvPr>
            <p:ph type="title" idx="3"/>
          </p:nvPr>
        </p:nvSpPr>
        <p:spPr>
          <a:xfrm>
            <a:off x="941100" y="5199728"/>
            <a:ext cx="2045200" cy="5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78" name="Google Shape;278;p41"/>
          <p:cNvSpPr txBox="1">
            <a:spLocks noGrp="1"/>
          </p:cNvSpPr>
          <p:nvPr>
            <p:ph type="title" idx="4"/>
          </p:nvPr>
        </p:nvSpPr>
        <p:spPr>
          <a:xfrm>
            <a:off x="941100" y="3123461"/>
            <a:ext cx="2045200" cy="5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282554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2"/>
          <p:cNvSpPr/>
          <p:nvPr/>
        </p:nvSpPr>
        <p:spPr>
          <a:xfrm>
            <a:off x="5854601" y="4342401"/>
            <a:ext cx="6821367" cy="2675033"/>
          </a:xfrm>
          <a:custGeom>
            <a:avLst/>
            <a:gdLst/>
            <a:ahLst/>
            <a:cxnLst/>
            <a:rect l="l" t="t" r="r" b="b"/>
            <a:pathLst>
              <a:path w="204641" h="80251" extrusionOk="0">
                <a:moveTo>
                  <a:pt x="0" y="79016"/>
                </a:moveTo>
                <a:lnTo>
                  <a:pt x="204641" y="0"/>
                </a:lnTo>
                <a:lnTo>
                  <a:pt x="130254" y="80251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1" name="Google Shape;281;p42"/>
          <p:cNvSpPr txBox="1">
            <a:spLocks noGrp="1"/>
          </p:cNvSpPr>
          <p:nvPr>
            <p:ph type="title"/>
          </p:nvPr>
        </p:nvSpPr>
        <p:spPr>
          <a:xfrm>
            <a:off x="836095" y="733832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32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3733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910080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1_Title and text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3"/>
          <p:cNvSpPr/>
          <p:nvPr/>
        </p:nvSpPr>
        <p:spPr>
          <a:xfrm>
            <a:off x="9167134" y="-133766"/>
            <a:ext cx="3261500" cy="2006300"/>
          </a:xfrm>
          <a:custGeom>
            <a:avLst/>
            <a:gdLst/>
            <a:ahLst/>
            <a:cxnLst/>
            <a:rect l="l" t="t" r="r" b="b"/>
            <a:pathLst>
              <a:path w="97845" h="60189" extrusionOk="0">
                <a:moveTo>
                  <a:pt x="0" y="0"/>
                </a:moveTo>
                <a:lnTo>
                  <a:pt x="97536" y="56794"/>
                </a:lnTo>
                <a:lnTo>
                  <a:pt x="97845" y="60189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1000"/>
              </a:srgbClr>
            </a:outerShdw>
          </a:effectLst>
        </p:spPr>
      </p:sp>
      <p:sp>
        <p:nvSpPr>
          <p:cNvPr id="284" name="Google Shape;284;p43"/>
          <p:cNvSpPr txBox="1">
            <a:spLocks noGrp="1"/>
          </p:cNvSpPr>
          <p:nvPr>
            <p:ph type="title"/>
          </p:nvPr>
        </p:nvSpPr>
        <p:spPr>
          <a:xfrm>
            <a:off x="7760500" y="2218800"/>
            <a:ext cx="32616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85" name="Google Shape;285;p43"/>
          <p:cNvSpPr txBox="1">
            <a:spLocks noGrp="1"/>
          </p:cNvSpPr>
          <p:nvPr>
            <p:ph type="body" idx="1"/>
          </p:nvPr>
        </p:nvSpPr>
        <p:spPr>
          <a:xfrm>
            <a:off x="7760500" y="3330800"/>
            <a:ext cx="3261600" cy="22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149137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One column text 3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4"/>
          <p:cNvSpPr/>
          <p:nvPr/>
        </p:nvSpPr>
        <p:spPr>
          <a:xfrm>
            <a:off x="4958234" y="0"/>
            <a:ext cx="9229333" cy="6858000"/>
          </a:xfrm>
          <a:prstGeom prst="flowChartManualOperation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288" name="Google Shape;288;p44"/>
          <p:cNvCxnSpPr/>
          <p:nvPr/>
        </p:nvCxnSpPr>
        <p:spPr>
          <a:xfrm>
            <a:off x="5775967" y="-369900"/>
            <a:ext cx="2032000" cy="7583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85738" dist="85725" dir="1020000" algn="bl" rotWithShape="0">
              <a:schemeClr val="dk1"/>
            </a:outerShdw>
          </a:effectLst>
        </p:spPr>
      </p:cxnSp>
      <p:cxnSp>
        <p:nvCxnSpPr>
          <p:cNvPr id="289" name="Google Shape;289;p44"/>
          <p:cNvCxnSpPr/>
          <p:nvPr/>
        </p:nvCxnSpPr>
        <p:spPr>
          <a:xfrm>
            <a:off x="9666500" y="-166700"/>
            <a:ext cx="2032000" cy="7583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85738" dist="85725" dir="1020000" algn="bl" rotWithShape="0">
              <a:schemeClr val="dk1"/>
            </a:outerShdw>
          </a:effectLst>
        </p:spPr>
      </p:cxnSp>
      <p:sp>
        <p:nvSpPr>
          <p:cNvPr id="290" name="Google Shape;290;p44"/>
          <p:cNvSpPr txBox="1">
            <a:spLocks noGrp="1"/>
          </p:cNvSpPr>
          <p:nvPr>
            <p:ph type="title"/>
          </p:nvPr>
        </p:nvSpPr>
        <p:spPr>
          <a:xfrm>
            <a:off x="7103667" y="1770700"/>
            <a:ext cx="41196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91" name="Google Shape;291;p44"/>
          <p:cNvSpPr txBox="1">
            <a:spLocks noGrp="1"/>
          </p:cNvSpPr>
          <p:nvPr>
            <p:ph type="body" idx="1"/>
          </p:nvPr>
        </p:nvSpPr>
        <p:spPr>
          <a:xfrm>
            <a:off x="6999500" y="2864700"/>
            <a:ext cx="4223600" cy="22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1219170" lvl="1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algn="ctr" rtl="0">
              <a:spcBef>
                <a:spcPts val="2133"/>
              </a:spcBef>
              <a:spcAft>
                <a:spcPts val="2133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20691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3">
  <p:cSld name="1_One column text 3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/>
          <p:nvPr/>
        </p:nvSpPr>
        <p:spPr>
          <a:xfrm flipH="1">
            <a:off x="-907087" y="-523334"/>
            <a:ext cx="8953225" cy="6858259"/>
          </a:xfrm>
          <a:custGeom>
            <a:avLst/>
            <a:gdLst/>
            <a:ahLst/>
            <a:cxnLst/>
            <a:rect l="l" t="t" r="r" b="b"/>
            <a:pathLst>
              <a:path w="206248" h="157988" extrusionOk="0">
                <a:moveTo>
                  <a:pt x="0" y="8636"/>
                </a:moveTo>
                <a:lnTo>
                  <a:pt x="197104" y="157988"/>
                </a:lnTo>
                <a:lnTo>
                  <a:pt x="206248" y="134620"/>
                </a:lnTo>
                <a:lnTo>
                  <a:pt x="76708" y="0"/>
                </a:lnTo>
                <a:lnTo>
                  <a:pt x="188468" y="3810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4" name="Google Shape;294;p45"/>
          <p:cNvSpPr txBox="1">
            <a:spLocks noGrp="1"/>
          </p:cNvSpPr>
          <p:nvPr>
            <p:ph type="subTitle" idx="1"/>
          </p:nvPr>
        </p:nvSpPr>
        <p:spPr>
          <a:xfrm>
            <a:off x="5091512" y="2323400"/>
            <a:ext cx="5214000" cy="22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5"/>
          <p:cNvSpPr txBox="1">
            <a:spLocks noGrp="1"/>
          </p:cNvSpPr>
          <p:nvPr>
            <p:ph type="title"/>
          </p:nvPr>
        </p:nvSpPr>
        <p:spPr>
          <a:xfrm>
            <a:off x="1509333" y="1095133"/>
            <a:ext cx="3480800" cy="10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333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8373271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4">
  <p:cSld name="One column text 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6"/>
          <p:cNvSpPr txBox="1">
            <a:spLocks noGrp="1"/>
          </p:cNvSpPr>
          <p:nvPr>
            <p:ph type="subTitle" idx="1"/>
          </p:nvPr>
        </p:nvSpPr>
        <p:spPr>
          <a:xfrm>
            <a:off x="3489000" y="3091833"/>
            <a:ext cx="5214000" cy="22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46"/>
          <p:cNvSpPr txBox="1">
            <a:spLocks noGrp="1"/>
          </p:cNvSpPr>
          <p:nvPr>
            <p:ph type="title"/>
          </p:nvPr>
        </p:nvSpPr>
        <p:spPr>
          <a:xfrm>
            <a:off x="4861576" y="1554967"/>
            <a:ext cx="2468800" cy="10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99" name="Google Shape;299;p46"/>
          <p:cNvSpPr/>
          <p:nvPr/>
        </p:nvSpPr>
        <p:spPr>
          <a:xfrm rot="-796065">
            <a:off x="-703672" y="-257280"/>
            <a:ext cx="12541695" cy="5895351"/>
          </a:xfrm>
          <a:custGeom>
            <a:avLst/>
            <a:gdLst/>
            <a:ahLst/>
            <a:cxnLst/>
            <a:rect l="l" t="t" r="r" b="b"/>
            <a:pathLst>
              <a:path w="376254" h="176862" extrusionOk="0">
                <a:moveTo>
                  <a:pt x="0" y="129946"/>
                </a:moveTo>
                <a:lnTo>
                  <a:pt x="292608" y="0"/>
                </a:lnTo>
                <a:lnTo>
                  <a:pt x="373168" y="176862"/>
                </a:lnTo>
                <a:lnTo>
                  <a:pt x="376254" y="176244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3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25918859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2">
  <p:cSld name="Caption 2">
    <p:bg>
      <p:bgPr>
        <a:solidFill>
          <a:schemeClr val="lt2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>
            <a:spLocks noGrp="1"/>
          </p:cNvSpPr>
          <p:nvPr>
            <p:ph type="title"/>
          </p:nvPr>
        </p:nvSpPr>
        <p:spPr>
          <a:xfrm>
            <a:off x="955933" y="652900"/>
            <a:ext cx="10265600" cy="75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4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Fira Sans Condensed"/>
              <a:buNone/>
              <a:defRPr sz="4000" b="1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02" name="Google Shape;302;p47"/>
          <p:cNvSpPr/>
          <p:nvPr/>
        </p:nvSpPr>
        <p:spPr>
          <a:xfrm rot="-7089850">
            <a:off x="-2220276" y="3481107"/>
            <a:ext cx="12541816" cy="5895408"/>
          </a:xfrm>
          <a:custGeom>
            <a:avLst/>
            <a:gdLst/>
            <a:ahLst/>
            <a:cxnLst/>
            <a:rect l="l" t="t" r="r" b="b"/>
            <a:pathLst>
              <a:path w="376254" h="176862" extrusionOk="0">
                <a:moveTo>
                  <a:pt x="0" y="129946"/>
                </a:moveTo>
                <a:lnTo>
                  <a:pt x="292608" y="0"/>
                </a:lnTo>
                <a:lnTo>
                  <a:pt x="373168" y="176862"/>
                </a:lnTo>
                <a:lnTo>
                  <a:pt x="376254" y="176244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3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11182951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Main point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8"/>
          <p:cNvSpPr txBox="1">
            <a:spLocks noGrp="1"/>
          </p:cNvSpPr>
          <p:nvPr>
            <p:ph type="title"/>
          </p:nvPr>
        </p:nvSpPr>
        <p:spPr>
          <a:xfrm>
            <a:off x="1556967" y="1961200"/>
            <a:ext cx="4496000" cy="29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99597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3">
  <p:cSld name="Main point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>
            <a:spLocks noGrp="1"/>
          </p:cNvSpPr>
          <p:nvPr>
            <p:ph type="title"/>
          </p:nvPr>
        </p:nvSpPr>
        <p:spPr>
          <a:xfrm>
            <a:off x="3848000" y="1487800"/>
            <a:ext cx="4496000" cy="29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07" name="Google Shape;307;p49"/>
          <p:cNvSpPr txBox="1">
            <a:spLocks noGrp="1"/>
          </p:cNvSpPr>
          <p:nvPr>
            <p:ph type="subTitle" idx="1"/>
          </p:nvPr>
        </p:nvSpPr>
        <p:spPr>
          <a:xfrm>
            <a:off x="3469400" y="4423400"/>
            <a:ext cx="5253200" cy="9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133"/>
            </a:lvl1pPr>
            <a:lvl2pPr lvl="1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spcBef>
                <a:spcPts val="2133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spcBef>
                <a:spcPts val="2133"/>
              </a:spcBef>
              <a:spcAft>
                <a:spcPts val="2133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80842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3">
  <p:cSld name="Caption 3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0"/>
          <p:cNvSpPr/>
          <p:nvPr/>
        </p:nvSpPr>
        <p:spPr>
          <a:xfrm rot="-2700013">
            <a:off x="-3849805" y="-1443197"/>
            <a:ext cx="11595677" cy="5531061"/>
          </a:xfrm>
          <a:prstGeom prst="flowChartExtra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310" name="Google Shape;310;p50"/>
          <p:cNvCxnSpPr/>
          <p:nvPr/>
        </p:nvCxnSpPr>
        <p:spPr>
          <a:xfrm rot="10800000" flipH="1">
            <a:off x="-505533" y="-1382600"/>
            <a:ext cx="7642400" cy="79544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algn="bl" rotWithShape="0">
              <a:srgbClr val="000000"/>
            </a:outerShdw>
          </a:effectLst>
        </p:spPr>
      </p:cxnSp>
      <p:cxnSp>
        <p:nvCxnSpPr>
          <p:cNvPr id="311" name="Google Shape;311;p50"/>
          <p:cNvCxnSpPr/>
          <p:nvPr/>
        </p:nvCxnSpPr>
        <p:spPr>
          <a:xfrm rot="10800000" flipH="1">
            <a:off x="-1011033" y="-1491000"/>
            <a:ext cx="4882000" cy="5104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171450" dist="76200" algn="bl" rotWithShape="0">
              <a:srgbClr val="000000"/>
            </a:outerShdw>
          </a:effectLst>
        </p:spPr>
      </p:cxnSp>
      <p:sp>
        <p:nvSpPr>
          <p:cNvPr id="312" name="Google Shape;312;p50"/>
          <p:cNvSpPr txBox="1">
            <a:spLocks noGrp="1"/>
          </p:cNvSpPr>
          <p:nvPr>
            <p:ph type="title"/>
          </p:nvPr>
        </p:nvSpPr>
        <p:spPr>
          <a:xfrm>
            <a:off x="922433" y="953000"/>
            <a:ext cx="2996000" cy="28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5682389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>
            <a:spLocks noGrp="1"/>
          </p:cNvSpPr>
          <p:nvPr>
            <p:ph type="title"/>
          </p:nvPr>
        </p:nvSpPr>
        <p:spPr>
          <a:xfrm>
            <a:off x="6400400" y="2861600"/>
            <a:ext cx="48600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15" name="Google Shape;315;p51"/>
          <p:cNvSpPr txBox="1">
            <a:spLocks noGrp="1"/>
          </p:cNvSpPr>
          <p:nvPr>
            <p:ph type="title" idx="2" hasCustomPrompt="1"/>
          </p:nvPr>
        </p:nvSpPr>
        <p:spPr>
          <a:xfrm>
            <a:off x="6400400" y="1805933"/>
            <a:ext cx="4860000" cy="10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16" name="Google Shape;316;p51"/>
          <p:cNvSpPr txBox="1">
            <a:spLocks noGrp="1"/>
          </p:cNvSpPr>
          <p:nvPr>
            <p:ph type="subTitle" idx="1"/>
          </p:nvPr>
        </p:nvSpPr>
        <p:spPr>
          <a:xfrm>
            <a:off x="7199800" y="3929667"/>
            <a:ext cx="32612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438666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2"/>
          <p:cNvSpPr/>
          <p:nvPr/>
        </p:nvSpPr>
        <p:spPr>
          <a:xfrm flipH="1">
            <a:off x="-256033" y="-100500"/>
            <a:ext cx="13128167" cy="7016267"/>
          </a:xfrm>
          <a:custGeom>
            <a:avLst/>
            <a:gdLst/>
            <a:ahLst/>
            <a:cxnLst/>
            <a:rect l="l" t="t" r="r" b="b"/>
            <a:pathLst>
              <a:path w="393845" h="210488" extrusionOk="0">
                <a:moveTo>
                  <a:pt x="331671" y="1130"/>
                </a:moveTo>
                <a:lnTo>
                  <a:pt x="393845" y="91566"/>
                </a:lnTo>
                <a:lnTo>
                  <a:pt x="155775" y="678"/>
                </a:lnTo>
                <a:lnTo>
                  <a:pt x="80035" y="210488"/>
                </a:lnTo>
                <a:lnTo>
                  <a:pt x="0" y="122766"/>
                </a:lnTo>
                <a:lnTo>
                  <a:pt x="36400" y="0"/>
                </a:lnTo>
                <a:lnTo>
                  <a:pt x="30748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19" name="Google Shape;319;p52"/>
          <p:cNvSpPr txBox="1">
            <a:spLocks noGrp="1"/>
          </p:cNvSpPr>
          <p:nvPr>
            <p:ph type="title"/>
          </p:nvPr>
        </p:nvSpPr>
        <p:spPr>
          <a:xfrm flipH="1">
            <a:off x="6079967" y="2922567"/>
            <a:ext cx="48600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20" name="Google Shape;320;p52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079967" y="1866900"/>
            <a:ext cx="4860000" cy="10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21" name="Google Shape;321;p52"/>
          <p:cNvSpPr txBox="1">
            <a:spLocks noGrp="1"/>
          </p:cNvSpPr>
          <p:nvPr>
            <p:ph type="subTitle" idx="1"/>
          </p:nvPr>
        </p:nvSpPr>
        <p:spPr>
          <a:xfrm flipH="1">
            <a:off x="7678767" y="3990633"/>
            <a:ext cx="3261200" cy="11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186922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 and body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3"/>
          <p:cNvSpPr txBox="1">
            <a:spLocks noGrp="1"/>
          </p:cNvSpPr>
          <p:nvPr>
            <p:ph type="title"/>
          </p:nvPr>
        </p:nvSpPr>
        <p:spPr>
          <a:xfrm>
            <a:off x="948333" y="1770700"/>
            <a:ext cx="41196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24" name="Google Shape;324;p53"/>
          <p:cNvSpPr txBox="1">
            <a:spLocks noGrp="1"/>
          </p:cNvSpPr>
          <p:nvPr>
            <p:ph type="body" idx="1"/>
          </p:nvPr>
        </p:nvSpPr>
        <p:spPr>
          <a:xfrm>
            <a:off x="948333" y="2864700"/>
            <a:ext cx="4119600" cy="22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57189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2133"/>
              </a:spcBef>
              <a:spcAft>
                <a:spcPts val="2133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325" name="Google Shape;325;p53"/>
          <p:cNvSpPr/>
          <p:nvPr/>
        </p:nvSpPr>
        <p:spPr>
          <a:xfrm>
            <a:off x="-312366" y="-251933"/>
            <a:ext cx="7999100" cy="7170967"/>
          </a:xfrm>
          <a:custGeom>
            <a:avLst/>
            <a:gdLst/>
            <a:ahLst/>
            <a:cxnLst/>
            <a:rect l="l" t="t" r="r" b="b"/>
            <a:pathLst>
              <a:path w="239973" h="215129" extrusionOk="0">
                <a:moveTo>
                  <a:pt x="223646" y="0"/>
                </a:moveTo>
                <a:lnTo>
                  <a:pt x="153887" y="66690"/>
                </a:lnTo>
                <a:lnTo>
                  <a:pt x="239973" y="215129"/>
                </a:lnTo>
                <a:lnTo>
                  <a:pt x="0" y="88917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429055515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 and body 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4"/>
          <p:cNvSpPr txBox="1">
            <a:spLocks noGrp="1"/>
          </p:cNvSpPr>
          <p:nvPr>
            <p:ph type="title"/>
          </p:nvPr>
        </p:nvSpPr>
        <p:spPr>
          <a:xfrm>
            <a:off x="4036200" y="2268400"/>
            <a:ext cx="41196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28" name="Google Shape;328;p54"/>
          <p:cNvSpPr txBox="1">
            <a:spLocks noGrp="1"/>
          </p:cNvSpPr>
          <p:nvPr>
            <p:ph type="body" idx="1"/>
          </p:nvPr>
        </p:nvSpPr>
        <p:spPr>
          <a:xfrm>
            <a:off x="4036200" y="3362400"/>
            <a:ext cx="4119600" cy="22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algn="ctr" rtl="0">
              <a:spcBef>
                <a:spcPts val="2133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algn="ctr" rtl="0">
              <a:spcBef>
                <a:spcPts val="2133"/>
              </a:spcBef>
              <a:spcAft>
                <a:spcPts val="2133"/>
              </a:spcAft>
              <a:buSzPts val="1800"/>
              <a:buChar char="■"/>
              <a:defRPr sz="2400"/>
            </a:lvl9pPr>
          </a:lstStyle>
          <a:p>
            <a:endParaRPr/>
          </a:p>
        </p:txBody>
      </p:sp>
      <p:sp>
        <p:nvSpPr>
          <p:cNvPr id="329" name="Google Shape;329;p54"/>
          <p:cNvSpPr/>
          <p:nvPr/>
        </p:nvSpPr>
        <p:spPr>
          <a:xfrm rot="9643457">
            <a:off x="2136464" y="-5246155"/>
            <a:ext cx="12541256" cy="5895144"/>
          </a:xfrm>
          <a:custGeom>
            <a:avLst/>
            <a:gdLst/>
            <a:ahLst/>
            <a:cxnLst/>
            <a:rect l="l" t="t" r="r" b="b"/>
            <a:pathLst>
              <a:path w="376254" h="176862" extrusionOk="0">
                <a:moveTo>
                  <a:pt x="0" y="129946"/>
                </a:moveTo>
                <a:lnTo>
                  <a:pt x="292608" y="0"/>
                </a:lnTo>
                <a:lnTo>
                  <a:pt x="373168" y="176862"/>
                </a:lnTo>
                <a:lnTo>
                  <a:pt x="376254" y="176244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3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89329320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 number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>
            <a:spLocks noGrp="1"/>
          </p:cNvSpPr>
          <p:nvPr>
            <p:ph type="title"/>
          </p:nvPr>
        </p:nvSpPr>
        <p:spPr>
          <a:xfrm>
            <a:off x="5375831" y="2453600"/>
            <a:ext cx="38080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32" name="Google Shape;332;p55"/>
          <p:cNvSpPr txBox="1">
            <a:spLocks noGrp="1"/>
          </p:cNvSpPr>
          <p:nvPr>
            <p:ph type="title" idx="2" hasCustomPrompt="1"/>
          </p:nvPr>
        </p:nvSpPr>
        <p:spPr>
          <a:xfrm>
            <a:off x="2976300" y="2918600"/>
            <a:ext cx="2340400" cy="10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33" name="Google Shape;333;p55"/>
          <p:cNvSpPr txBox="1">
            <a:spLocks noGrp="1"/>
          </p:cNvSpPr>
          <p:nvPr>
            <p:ph type="subTitle" idx="1"/>
          </p:nvPr>
        </p:nvSpPr>
        <p:spPr>
          <a:xfrm>
            <a:off x="5375831" y="3755611"/>
            <a:ext cx="38080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693422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6"/>
          <p:cNvSpPr txBox="1">
            <a:spLocks noGrp="1"/>
          </p:cNvSpPr>
          <p:nvPr>
            <p:ph type="subTitle" idx="1"/>
          </p:nvPr>
        </p:nvSpPr>
        <p:spPr>
          <a:xfrm>
            <a:off x="903933" y="1679167"/>
            <a:ext cx="4517200" cy="18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36" name="Google Shape;336;p56"/>
          <p:cNvSpPr txBox="1">
            <a:spLocks noGrp="1"/>
          </p:cNvSpPr>
          <p:nvPr>
            <p:ph type="title"/>
          </p:nvPr>
        </p:nvSpPr>
        <p:spPr>
          <a:xfrm>
            <a:off x="845651" y="533099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37" name="Google Shape;337;p56"/>
          <p:cNvSpPr/>
          <p:nvPr/>
        </p:nvSpPr>
        <p:spPr>
          <a:xfrm>
            <a:off x="3381467" y="3581101"/>
            <a:ext cx="9491667" cy="3363833"/>
          </a:xfrm>
          <a:custGeom>
            <a:avLst/>
            <a:gdLst/>
            <a:ahLst/>
            <a:cxnLst/>
            <a:rect l="l" t="t" r="r" b="b"/>
            <a:pathLst>
              <a:path w="284750" h="100915" extrusionOk="0">
                <a:moveTo>
                  <a:pt x="230251" y="100132"/>
                </a:moveTo>
                <a:lnTo>
                  <a:pt x="271191" y="58671"/>
                </a:lnTo>
                <a:lnTo>
                  <a:pt x="0" y="100915"/>
                </a:lnTo>
                <a:lnTo>
                  <a:pt x="284750" y="0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8" name="Google Shape;338;p56"/>
          <p:cNvSpPr txBox="1"/>
          <p:nvPr/>
        </p:nvSpPr>
        <p:spPr>
          <a:xfrm>
            <a:off x="902467" y="4267400"/>
            <a:ext cx="4762400" cy="10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333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CREDITS: This presentation template was created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Fira Sans Condensed"/>
                <a:ea typeface="Fira Sans Condensed"/>
                <a:cs typeface="Fira Sans Condensed"/>
                <a:sym typeface="Fira Sans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, including icons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Fira Sans Condensed"/>
                <a:ea typeface="Fira Sans Condensed"/>
                <a:cs typeface="Fira Sans Condensed"/>
                <a:sym typeface="Fira Sans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>
                <a:solidFill>
                  <a:schemeClr val="dk1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, and infographics &amp; images by </a:t>
            </a:r>
            <a:r>
              <a:rPr lang="en" sz="1333" b="1">
                <a:solidFill>
                  <a:schemeClr val="dk1"/>
                </a:solidFill>
                <a:uFill>
                  <a:noFill/>
                </a:uFill>
                <a:latin typeface="Fira Sans Condensed"/>
                <a:ea typeface="Fira Sans Condensed"/>
                <a:cs typeface="Fira Sans Condensed"/>
                <a:sym typeface="Fira Sans Condense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33"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333">
              <a:solidFill>
                <a:schemeClr val="dk1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803198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26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46.xml"/><Relationship Id="rId42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9.xml"/><Relationship Id="rId50" Type="http://schemas.openxmlformats.org/officeDocument/2006/relationships/slideLayout" Target="../slideLayouts/slideLayout62.xml"/><Relationship Id="rId55" Type="http://schemas.openxmlformats.org/officeDocument/2006/relationships/slideLayout" Target="../slideLayouts/slideLayout67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36.xml"/><Relationship Id="rId32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9.xml"/><Relationship Id="rId40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7.xml"/><Relationship Id="rId53" Type="http://schemas.openxmlformats.org/officeDocument/2006/relationships/slideLayout" Target="../slideLayouts/slideLayout65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31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56.xml"/><Relationship Id="rId52" Type="http://schemas.openxmlformats.org/officeDocument/2006/relationships/slideLayout" Target="../slideLayouts/slideLayout64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7.xml"/><Relationship Id="rId43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60.xml"/><Relationship Id="rId56" Type="http://schemas.openxmlformats.org/officeDocument/2006/relationships/theme" Target="../theme/theme2.xml"/><Relationship Id="rId8" Type="http://schemas.openxmlformats.org/officeDocument/2006/relationships/slideLayout" Target="../slideLayouts/slideLayout20.xml"/><Relationship Id="rId51" Type="http://schemas.openxmlformats.org/officeDocument/2006/relationships/slideLayout" Target="../slideLayouts/slideLayout63.xml"/><Relationship Id="rId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5" Type="http://schemas.openxmlformats.org/officeDocument/2006/relationships/slideLayout" Target="../slideLayouts/slideLayout37.xml"/><Relationship Id="rId33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50.xml"/><Relationship Id="rId4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32.xml"/><Relationship Id="rId41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66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7.xml"/><Relationship Id="rId23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40.xml"/><Relationship Id="rId36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DA45A-5FFF-76B2-C442-A79D215E5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C8B40-FCBB-7639-B68C-8EC4D6AA8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28EC4-63BB-A9D5-0E90-D245063FF0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7692B-027E-4498-B3B3-73749BE6E1E0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FFA2A-A8AA-F177-2932-2AACB81F6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EB855-8639-207A-422C-269F4B9C2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02738-57F9-4605-A1A7-3D0B0A4DA52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26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6095" y="671064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Fira Sans Condensed ExtraBold"/>
              <a:buNone/>
              <a:defRPr sz="28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42933" y="1536633"/>
            <a:ext cx="103024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Fira Sans Condensed"/>
              <a:buChar char="●"/>
              <a:defRPr sz="18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○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■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●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○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■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●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○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Fira Sans Condensed"/>
              <a:buChar char="■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8979153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wannas234/CSS-Animationen-und-Transitionen" TargetMode="External"/><Relationship Id="rId3" Type="http://schemas.openxmlformats.org/officeDocument/2006/relationships/hyperlink" Target="https://developer.mozilla.org/en-US/docs/Web/CSS/Reference/Properties/animation" TargetMode="External"/><Relationship Id="rId7" Type="http://schemas.openxmlformats.org/officeDocument/2006/relationships/hyperlink" Target="https://web.dev/articles/animations-guid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css-tricks.com/almanac/properties/a/animation/" TargetMode="External"/><Relationship Id="rId5" Type="http://schemas.openxmlformats.org/officeDocument/2006/relationships/hyperlink" Target="https://www.cssportal.com/css-at-rules/keyframes.php" TargetMode="External"/><Relationship Id="rId4" Type="http://schemas.openxmlformats.org/officeDocument/2006/relationships/hyperlink" Target="https://design.dev/guides/css-transitio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9"/>
          <p:cNvSpPr txBox="1">
            <a:spLocks noGrp="1"/>
          </p:cNvSpPr>
          <p:nvPr>
            <p:ph type="ctrTitle"/>
          </p:nvPr>
        </p:nvSpPr>
        <p:spPr>
          <a:xfrm>
            <a:off x="415600" y="2942691"/>
            <a:ext cx="11360800" cy="768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de-DE" dirty="0"/>
              <a:t>CSS Animationen und Transitionen</a:t>
            </a:r>
            <a:endParaRPr dirty="0"/>
          </a:p>
        </p:txBody>
      </p:sp>
      <p:sp>
        <p:nvSpPr>
          <p:cNvPr id="348" name="Google Shape;348;p59"/>
          <p:cNvSpPr txBox="1">
            <a:spLocks noGrp="1"/>
          </p:cNvSpPr>
          <p:nvPr>
            <p:ph type="subTitle" idx="1"/>
          </p:nvPr>
        </p:nvSpPr>
        <p:spPr>
          <a:xfrm>
            <a:off x="326700" y="6299291"/>
            <a:ext cx="11360800" cy="638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de-DE" dirty="0"/>
              <a:t>Web Engineering 4. Semester     06.März 2026                                                     WANISA NASSERY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700A515-F6C5-8D37-B165-F482EE23ED9A}"/>
              </a:ext>
            </a:extLst>
          </p:cNvPr>
          <p:cNvSpPr txBox="1"/>
          <p:nvPr/>
        </p:nvSpPr>
        <p:spPr>
          <a:xfrm>
            <a:off x="7031736" y="1389888"/>
            <a:ext cx="484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EDA2E8-B571-F5F6-8118-DCAD6FB1124C}"/>
              </a:ext>
            </a:extLst>
          </p:cNvPr>
          <p:cNvSpPr txBox="1"/>
          <p:nvPr/>
        </p:nvSpPr>
        <p:spPr>
          <a:xfrm>
            <a:off x="176054" y="2453938"/>
            <a:ext cx="5831554" cy="1902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 .element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2  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3  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transition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i="1" dirty="0">
                <a:solidFill>
                  <a:srgbClr val="82071E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0.3</a:t>
            </a:r>
            <a:r>
              <a:rPr lang="en-US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ease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4 }</a:t>
            </a:r>
          </a:p>
          <a:p>
            <a:pPr>
              <a:lnSpc>
                <a:spcPts val="1425"/>
              </a:lnSpc>
              <a:buNone/>
            </a:pPr>
            <a:b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5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 .</a:t>
            </a:r>
            <a:r>
              <a:rPr lang="en-US" sz="2000" b="0" dirty="0" err="1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element:hover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6  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purple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7 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7F1296-FD75-9B56-9E59-2B6D6980590D}"/>
              </a:ext>
            </a:extLst>
          </p:cNvPr>
          <p:cNvSpPr txBox="1"/>
          <p:nvPr/>
        </p:nvSpPr>
        <p:spPr>
          <a:xfrm>
            <a:off x="6035040" y="2270844"/>
            <a:ext cx="6430518" cy="4056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b="0" dirty="0">
                <a:effectLst/>
                <a:latin typeface="Consolas" panose="020B0609020204030204" pitchFamily="49" charset="0"/>
              </a:rPr>
              <a:t>1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.element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    /* Constant speed throughout */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onsolas" panose="020B0609020204030204" pitchFamily="49" charset="0"/>
              </a:rPr>
              <a:t>2 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transition-timing-function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linear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    /* Slow start, fast middle, slow end*/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onsolas" panose="020B0609020204030204" pitchFamily="49" charset="0"/>
              </a:rPr>
              <a:t>3 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transition-timing-function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ease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    /* Slow start, fast end */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onsolas" panose="020B0609020204030204" pitchFamily="49" charset="0"/>
              </a:rPr>
              <a:t>4 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transition-timing-function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ease-in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    /* Fast start, slow end */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onsolas" panose="020B0609020204030204" pitchFamily="49" charset="0"/>
              </a:rPr>
              <a:t>5 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transition-timing-function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ease-out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</a:t>
            </a:r>
            <a:endParaRPr lang="en-US" sz="2000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    /* Slow start and end */</a:t>
            </a:r>
          </a:p>
          <a:p>
            <a:pPr>
              <a:lnSpc>
                <a:spcPts val="1425"/>
              </a:lnSpc>
              <a:buNone/>
            </a:pPr>
            <a:endParaRPr lang="en-US" sz="2000" b="0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onsolas" panose="020B0609020204030204" pitchFamily="49" charset="0"/>
              </a:rPr>
              <a:t>6 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transition-timing-function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ease-in-out</a:t>
            </a:r>
            <a:r>
              <a:rPr lang="en-US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474C45-627D-5FE6-1B88-FA953ABF42AE}"/>
              </a:ext>
            </a:extLst>
          </p:cNvPr>
          <p:cNvSpPr txBox="1"/>
          <p:nvPr/>
        </p:nvSpPr>
        <p:spPr>
          <a:xfrm>
            <a:off x="176054" y="1121240"/>
            <a:ext cx="55938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b="1" dirty="0"/>
              <a:t>Übergang zwischen ZWEI Zuständen.</a:t>
            </a:r>
            <a:br>
              <a:rPr lang="de-DE" sz="2000" dirty="0"/>
            </a:br>
            <a:r>
              <a:rPr lang="de-DE" sz="2000" dirty="0"/>
              <a:t>Animation startet bei Änderung (z. B. Hover) und nicht automatisch.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3A7C3D-9C14-7FE7-051E-E2249B704918}"/>
              </a:ext>
            </a:extLst>
          </p:cNvPr>
          <p:cNvSpPr txBox="1"/>
          <p:nvPr/>
        </p:nvSpPr>
        <p:spPr>
          <a:xfrm>
            <a:off x="384048" y="356616"/>
            <a:ext cx="4608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000" b="1" dirty="0"/>
              <a:t>Transitions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BCA58-AB2F-8F73-B804-7B2EDFDB9E65}"/>
              </a:ext>
            </a:extLst>
          </p:cNvPr>
          <p:cNvSpPr txBox="1"/>
          <p:nvPr/>
        </p:nvSpPr>
        <p:spPr>
          <a:xfrm>
            <a:off x="7031736" y="396198"/>
            <a:ext cx="5650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/>
              <a:t>Timing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E8A07-805A-A8F6-F527-3158DD7BF1A8}"/>
              </a:ext>
            </a:extLst>
          </p:cNvPr>
          <p:cNvSpPr txBox="1"/>
          <p:nvPr/>
        </p:nvSpPr>
        <p:spPr>
          <a:xfrm>
            <a:off x="11878056" y="6506956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58152F-C3BF-9888-C930-FC2529D89C3B}"/>
              </a:ext>
            </a:extLst>
          </p:cNvPr>
          <p:cNvSpPr txBox="1"/>
          <p:nvPr/>
        </p:nvSpPr>
        <p:spPr>
          <a:xfrm>
            <a:off x="7031736" y="1121240"/>
            <a:ext cx="43472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000" dirty="0"/>
              <a:t>Timing Functions bestimmen, wie sich die Geschwindigkeit einer Animation über ihre Dauer verändert.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D2AAA42-69C8-B08F-6B4E-D79FFBC5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689350" y="-487262"/>
            <a:ext cx="10515600" cy="1325563"/>
          </a:xfrm>
        </p:spPr>
        <p:txBody>
          <a:bodyPr/>
          <a:lstStyle/>
          <a:p>
            <a:r>
              <a:rPr lang="de-DE" b="1" dirty="0"/>
              <a:t>Keyframes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9D232-2BA6-CA4F-ACE4-FA07C41254C3}"/>
              </a:ext>
            </a:extLst>
          </p:cNvPr>
          <p:cNvSpPr txBox="1"/>
          <p:nvPr/>
        </p:nvSpPr>
        <p:spPr>
          <a:xfrm>
            <a:off x="823722" y="3429000"/>
            <a:ext cx="6094476" cy="82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@keyframes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moveit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de-DE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76D4A9-5DD9-E65C-82AC-FD9C465E353D}"/>
              </a:ext>
            </a:extLst>
          </p:cNvPr>
          <p:cNvSpPr txBox="1"/>
          <p:nvPr/>
        </p:nvSpPr>
        <p:spPr>
          <a:xfrm>
            <a:off x="5712643" y="3293039"/>
            <a:ext cx="6548318" cy="1370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DE" sz="2000" b="0" dirty="0">
                <a:effectLst/>
                <a:latin typeface="Consolas" panose="020B0609020204030204" pitchFamily="49" charset="0"/>
              </a:rPr>
              <a:t>1</a:t>
            </a:r>
            <a:r>
              <a:rPr lang="de-DE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 @keyframes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slide-bounce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2 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0%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  {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translateX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3 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40%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 {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translateX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de-DE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4 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60%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 {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translateX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160</a:t>
            </a:r>
            <a:r>
              <a:rPr lang="de-DE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 }  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5 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80%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 {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translateX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de-DE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6 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translateX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7}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40CC45-9D15-091F-6242-4C3F5F0F3942}"/>
              </a:ext>
            </a:extLst>
          </p:cNvPr>
          <p:cNvSpPr txBox="1"/>
          <p:nvPr/>
        </p:nvSpPr>
        <p:spPr>
          <a:xfrm>
            <a:off x="503301" y="1234672"/>
            <a:ext cx="6176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 dirty="0"/>
              <a:t>Animationen/Bewegung selbst definieren.</a:t>
            </a:r>
            <a:br>
              <a:rPr lang="de-DE" sz="2400" dirty="0"/>
            </a:br>
            <a:r>
              <a:rPr lang="de-DE" sz="2400" dirty="0"/>
              <a:t>Mehrere Schritte von Start bis Ende möglich.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D55DBD-4758-08AE-B9D6-CEAC81854039}"/>
              </a:ext>
            </a:extLst>
          </p:cNvPr>
          <p:cNvSpPr txBox="1"/>
          <p:nvPr/>
        </p:nvSpPr>
        <p:spPr>
          <a:xfrm>
            <a:off x="11878056" y="6506956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>
          <a:extLst>
            <a:ext uri="{FF2B5EF4-FFF2-40B4-BE49-F238E27FC236}">
              <a16:creationId xmlns:a16="http://schemas.microsoft.com/office/drawing/2014/main" id="{DE6456CE-CFD6-E8D0-9D3B-DD2F59E0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831D991-C10C-9FA5-5025-D5CE9968D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245159"/>
            <a:ext cx="4013200" cy="646331"/>
          </a:xfrm>
        </p:spPr>
        <p:txBody>
          <a:bodyPr/>
          <a:lstStyle/>
          <a:p>
            <a:r>
              <a:rPr lang="de-DE" b="1" dirty="0"/>
              <a:t>Animated Elements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46E674-D3EC-36F8-787C-17EEFB02BE4E}"/>
              </a:ext>
            </a:extLst>
          </p:cNvPr>
          <p:cNvSpPr txBox="1"/>
          <p:nvPr/>
        </p:nvSpPr>
        <p:spPr>
          <a:xfrm>
            <a:off x="2455418" y="2089725"/>
            <a:ext cx="56393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/>
              <a:t>@keyframes → beschreibt Bewegung</a:t>
            </a:r>
          </a:p>
          <a:p>
            <a:r>
              <a:rPr lang="de-DE" sz="2400" dirty="0"/>
              <a:t>animation: → startet Bewegung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CA163D-DB5C-7301-A221-77B67B1B4013}"/>
              </a:ext>
            </a:extLst>
          </p:cNvPr>
          <p:cNvSpPr txBox="1"/>
          <p:nvPr/>
        </p:nvSpPr>
        <p:spPr>
          <a:xfrm>
            <a:off x="2444242" y="3749681"/>
            <a:ext cx="7541260" cy="1543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DE" sz="2000" b="0" dirty="0">
                <a:effectLst/>
                <a:latin typeface="Consolas" panose="020B0609020204030204" pitchFamily="49" charset="0"/>
              </a:rPr>
              <a:t>1</a:t>
            </a:r>
            <a:r>
              <a:rPr lang="de-DE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 @keyframes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0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spin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{ -&gt; Beschreibt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2 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rotate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deg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3 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  {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rotate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360</a:t>
            </a:r>
            <a:r>
              <a:rPr lang="de-DE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deg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4 }</a:t>
            </a:r>
          </a:p>
          <a:p>
            <a:pPr>
              <a:lnSpc>
                <a:spcPts val="1425"/>
              </a:lnSpc>
              <a:buNone/>
            </a:pPr>
            <a:b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</a:b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.spinner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6 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animation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: spin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sz="2000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linear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000" b="0" dirty="0">
                <a:solidFill>
                  <a:srgbClr val="0550AE"/>
                </a:solidFill>
                <a:effectLst/>
                <a:latin typeface="Consolas" panose="020B0609020204030204" pitchFamily="49" charset="0"/>
              </a:rPr>
              <a:t>infinite</a:t>
            </a:r>
            <a:r>
              <a:rPr lang="de-DE" sz="20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 -&gt; startet</a:t>
            </a:r>
          </a:p>
          <a:p>
            <a:pPr>
              <a:lnSpc>
                <a:spcPts val="1425"/>
              </a:lnSpc>
              <a:buNone/>
            </a:pPr>
            <a:r>
              <a:rPr lang="de-DE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7 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2C46B-D75C-AB54-FBD1-6438C4D310B2}"/>
              </a:ext>
            </a:extLst>
          </p:cNvPr>
          <p:cNvSpPr txBox="1"/>
          <p:nvPr/>
        </p:nvSpPr>
        <p:spPr>
          <a:xfrm>
            <a:off x="2444242" y="1352080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 dirty="0"/>
              <a:t>Animationen zur Verbesserung der User Experience + UI Elementen.</a:t>
            </a:r>
            <a:br>
              <a:rPr lang="de-DE" sz="2400" dirty="0"/>
            </a:br>
            <a:endParaRPr lang="de-DE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5AFAF5-7A33-A7AC-05DC-550716FBBF8D}"/>
              </a:ext>
            </a:extLst>
          </p:cNvPr>
          <p:cNvSpPr txBox="1"/>
          <p:nvPr/>
        </p:nvSpPr>
        <p:spPr>
          <a:xfrm>
            <a:off x="11878056" y="6506956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9389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>
          <a:extLst>
            <a:ext uri="{FF2B5EF4-FFF2-40B4-BE49-F238E27FC236}">
              <a16:creationId xmlns:a16="http://schemas.microsoft.com/office/drawing/2014/main" id="{8A832A7B-2933-908D-C87C-B07FE7A1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9AD611-CB7F-9264-4D1F-E80FA8342A79}"/>
              </a:ext>
            </a:extLst>
          </p:cNvPr>
          <p:cNvSpPr txBox="1">
            <a:spLocks/>
          </p:cNvSpPr>
          <p:nvPr/>
        </p:nvSpPr>
        <p:spPr>
          <a:xfrm>
            <a:off x="190500" y="288925"/>
            <a:ext cx="4127500" cy="6254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de-DE" b="1" dirty="0"/>
              <a:t>Complex Animations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4579A-16AD-C89F-8510-747E396EF242}"/>
              </a:ext>
            </a:extLst>
          </p:cNvPr>
          <p:cNvSpPr txBox="1"/>
          <p:nvPr/>
        </p:nvSpPr>
        <p:spPr>
          <a:xfrm>
            <a:off x="2088261" y="3191256"/>
            <a:ext cx="9478900" cy="2620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de-DE" sz="2000" b="0" dirty="0">
                <a:effectLst/>
                <a:latin typeface="Consolas" panose="020B0609020204030204" pitchFamily="49" charset="0"/>
              </a:rPr>
              <a:t>1</a:t>
            </a:r>
            <a:r>
              <a:rPr lang="de-DE" sz="2000" b="0" dirty="0">
                <a:solidFill>
                  <a:srgbClr val="A0111F"/>
                </a:solidFill>
                <a:effectLst/>
                <a:latin typeface="Consolas" panose="020B0609020204030204" pitchFamily="49" charset="0"/>
              </a:rPr>
              <a:t>  @keyframes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000" b="0" dirty="0">
                <a:solidFill>
                  <a:srgbClr val="702C0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2  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0%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translateY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3  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     {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translateY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-15</a:t>
            </a:r>
            <a:r>
              <a:rPr lang="de-DE" sz="2000" b="0" dirty="0">
                <a:solidFill>
                  <a:srgbClr val="A0111F"/>
                </a:solidFill>
                <a:effectLst/>
                <a:latin typeface="Consolas" panose="020B0609020204030204" pitchFamily="49" charset="0"/>
              </a:rPr>
              <a:t>px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4 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effectLst/>
                <a:latin typeface="Consolas" panose="020B0609020204030204" pitchFamily="49" charset="0"/>
              </a:rPr>
              <a:t>5</a:t>
            </a:r>
            <a:r>
              <a:rPr lang="de-DE" sz="2000" b="0" dirty="0">
                <a:solidFill>
                  <a:srgbClr val="A0111F"/>
                </a:solidFill>
                <a:effectLst/>
                <a:latin typeface="Consolas" panose="020B0609020204030204" pitchFamily="49" charset="0"/>
              </a:rPr>
              <a:t>  @keyframes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000" b="0" dirty="0">
                <a:solidFill>
                  <a:srgbClr val="702C00"/>
                </a:solidFill>
                <a:effectLst/>
                <a:latin typeface="Consolas" panose="020B0609020204030204" pitchFamily="49" charset="0"/>
              </a:rPr>
              <a:t>glow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6  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0%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box-shadow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: 0 </a:t>
            </a:r>
            <a:r>
              <a:rPr lang="de-DE" sz="2000" b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0 10px </a:t>
            </a:r>
            <a:r>
              <a:rPr lang="de-DE" sz="2000" b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59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130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246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0.2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7  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     {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box-shadow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: 0 0 10px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130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246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0.6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);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9  }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effectLst/>
                <a:latin typeface="Consolas" panose="020B0609020204030204" pitchFamily="49" charset="0"/>
              </a:rPr>
              <a:t>10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 .box--chained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11 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animation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: float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sz="2000" b="0" dirty="0">
                <a:solidFill>
                  <a:srgbClr val="A0111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ease-in-out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infinite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, glow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sz="2000" b="0" dirty="0">
                <a:solidFill>
                  <a:srgbClr val="A0111F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ease-in-out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 12 </a:t>
            </a:r>
            <a:r>
              <a:rPr lang="de-DE" sz="2000" b="0" dirty="0">
                <a:solidFill>
                  <a:srgbClr val="023B95"/>
                </a:solidFill>
                <a:effectLst/>
                <a:latin typeface="Consolas" panose="020B0609020204030204" pitchFamily="49" charset="0"/>
              </a:rPr>
              <a:t>infinite</a:t>
            </a: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de-DE" sz="2000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  <a:t>13 }</a:t>
            </a:r>
          </a:p>
          <a:p>
            <a:pPr>
              <a:lnSpc>
                <a:spcPts val="1425"/>
              </a:lnSpc>
              <a:buNone/>
            </a:pPr>
            <a:br>
              <a:rPr lang="de-DE" b="0" dirty="0">
                <a:solidFill>
                  <a:srgbClr val="0E1116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0E111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73B0B-089E-BFE5-4BCA-CD21BDA49913}"/>
              </a:ext>
            </a:extLst>
          </p:cNvPr>
          <p:cNvSpPr txBox="1"/>
          <p:nvPr/>
        </p:nvSpPr>
        <p:spPr>
          <a:xfrm>
            <a:off x="2088261" y="1526096"/>
            <a:ext cx="59000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 dirty="0"/>
              <a:t>Mehrstufige Abläufe und Kombinationen.</a:t>
            </a:r>
            <a:br>
              <a:rPr lang="de-DE" sz="2400" dirty="0"/>
            </a:br>
            <a:r>
              <a:rPr lang="de-DE" sz="2400" dirty="0"/>
              <a:t>Richtung, Fill-Mode, mehrere Animationen / Verkettungen gleichzeitig.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F0C13B-3AE9-CB48-36DD-A95A6684D3E8}"/>
              </a:ext>
            </a:extLst>
          </p:cNvPr>
          <p:cNvSpPr txBox="1"/>
          <p:nvPr/>
        </p:nvSpPr>
        <p:spPr>
          <a:xfrm>
            <a:off x="11878056" y="6506956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55364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>
          <a:extLst>
            <a:ext uri="{FF2B5EF4-FFF2-40B4-BE49-F238E27FC236}">
              <a16:creationId xmlns:a16="http://schemas.microsoft.com/office/drawing/2014/main" id="{8A832A7B-2933-908D-C87C-B07FE7A16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9AD611-CB7F-9264-4D1F-E80FA8342A79}"/>
              </a:ext>
            </a:extLst>
          </p:cNvPr>
          <p:cNvSpPr txBox="1">
            <a:spLocks/>
          </p:cNvSpPr>
          <p:nvPr/>
        </p:nvSpPr>
        <p:spPr>
          <a:xfrm>
            <a:off x="190500" y="288925"/>
            <a:ext cx="6054852" cy="6254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de-DE" b="1" dirty="0"/>
              <a:t>Best Practices für Animationen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F0C13B-3AE9-CB48-36DD-A95A6684D3E8}"/>
              </a:ext>
            </a:extLst>
          </p:cNvPr>
          <p:cNvSpPr txBox="1"/>
          <p:nvPr/>
        </p:nvSpPr>
        <p:spPr>
          <a:xfrm>
            <a:off x="11878056" y="6506956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8678A6-6983-6D75-BE09-D393A5F31071}"/>
              </a:ext>
            </a:extLst>
          </p:cNvPr>
          <p:cNvSpPr txBox="1"/>
          <p:nvPr/>
        </p:nvSpPr>
        <p:spPr>
          <a:xfrm>
            <a:off x="995172" y="1677799"/>
            <a:ext cx="108828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Nur transform und opacity animieren</a:t>
            </a:r>
            <a:r>
              <a:rPr lang="de-DE" sz="2400" dirty="0">
                <a:solidFill>
                  <a:srgbClr val="000000"/>
                </a:solidFill>
                <a:latin typeface="Consolas" panose="020B0609020204030204" pitchFamily="49" charset="0"/>
              </a:rPr>
              <a:t> (GPU-beschleunigt)</a:t>
            </a:r>
          </a:p>
          <a:p>
            <a:endParaRPr lang="de-DE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DE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width, height, margin vermeiden </a:t>
            </a:r>
            <a:r>
              <a:rPr lang="de-DE" sz="2400" dirty="0">
                <a:solidFill>
                  <a:srgbClr val="000000"/>
                </a:solidFill>
                <a:latin typeface="Consolas" panose="020B0609020204030204" pitchFamily="49" charset="0"/>
              </a:rPr>
              <a:t>(löst Layout-Neuberechnung aus)</a:t>
            </a:r>
          </a:p>
          <a:p>
            <a:endParaRPr lang="de-DE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DE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Dauer und Timing sinnvoll wählen</a:t>
            </a:r>
          </a:p>
          <a:p>
            <a:r>
              <a:rPr lang="de-DE" sz="2400" dirty="0">
                <a:solidFill>
                  <a:srgbClr val="000000"/>
                </a:solidFill>
                <a:latin typeface="Consolas" panose="020B0609020204030204" pitchFamily="49" charset="0"/>
              </a:rPr>
              <a:t>Kurze und natürliche Bewegungen (z. B. 150–300 ms) wirken flüssiger und angenehmer.</a:t>
            </a:r>
          </a:p>
          <a:p>
            <a:endParaRPr lang="de-DE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e-DE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Animationen sparsam einsetzen</a:t>
            </a:r>
          </a:p>
          <a:p>
            <a:r>
              <a:rPr lang="de-DE" sz="2400" dirty="0">
                <a:solidFill>
                  <a:srgbClr val="000000"/>
                </a:solidFill>
                <a:latin typeface="Consolas" panose="020B0609020204030204" pitchFamily="49" charset="0"/>
              </a:rPr>
              <a:t>Zu viele Animationen gleichzeitig können Performance und Nutzererlebnis verschlechtern.</a:t>
            </a:r>
          </a:p>
        </p:txBody>
      </p:sp>
    </p:spTree>
    <p:extLst>
      <p:ext uri="{BB962C8B-B14F-4D97-AF65-F5344CB8AC3E}">
        <p14:creationId xmlns:p14="http://schemas.microsoft.com/office/powerpoint/2010/main" val="3714839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>
          <a:extLst>
            <a:ext uri="{FF2B5EF4-FFF2-40B4-BE49-F238E27FC236}">
              <a16:creationId xmlns:a16="http://schemas.microsoft.com/office/drawing/2014/main" id="{94AA566A-0E50-98A0-1694-8C704687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C4CE76-F451-C485-ACF1-1EE7E26C383C}"/>
              </a:ext>
            </a:extLst>
          </p:cNvPr>
          <p:cNvSpPr txBox="1">
            <a:spLocks/>
          </p:cNvSpPr>
          <p:nvPr/>
        </p:nvSpPr>
        <p:spPr>
          <a:xfrm>
            <a:off x="-458724" y="279781"/>
            <a:ext cx="4127500" cy="62547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lvl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de-DE" b="1" dirty="0"/>
              <a:t>Quellen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0CE756-32A4-008F-9951-78308E0D4EAB}"/>
              </a:ext>
            </a:extLst>
          </p:cNvPr>
          <p:cNvSpPr txBox="1"/>
          <p:nvPr/>
        </p:nvSpPr>
        <p:spPr>
          <a:xfrm>
            <a:off x="11878056" y="6506956"/>
            <a:ext cx="1307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6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3BBEBEA-7E0B-5B2C-0A45-12E4CD503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968" y="1228400"/>
            <a:ext cx="870853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MDN Web Docs - </a:t>
            </a:r>
            <a:r>
              <a:rPr kumimoji="0" lang="de-DE" altLang="de-DE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animation Property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https://developer.mozilla.org/en-US/docs/Web/CSS/Reference/Properties/animation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Design.dev - </a:t>
            </a:r>
            <a:r>
              <a:rPr kumimoji="0" lang="de-DE" altLang="de-DE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Transitions Guide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https://design.dev/guides/css-transitions/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 Portal - </a:t>
            </a:r>
            <a:r>
              <a:rPr kumimoji="0" lang="de-DE" altLang="de-DE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@keyframes CSS At-Rule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https://www.cssportal.com/css-at-rules/keyframes.php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CSS-Tricks - </a:t>
            </a:r>
            <a:r>
              <a:rPr kumimoji="0" lang="de-DE" altLang="de-DE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Animation Property Almanac</a:t>
            </a:r>
            <a:b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https://css-tricks.com/almanac/properties/a/animation/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web.dev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- High-Performance CSS Animations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https://web.dev/articles/animations-guide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de-DE" sz="2800" b="1" dirty="0">
                <a:latin typeface="Arial" panose="020B0604020202020204" pitchFamily="34" charset="0"/>
                <a:cs typeface="Arial" panose="020B0604020202020204" pitchFamily="34" charset="0"/>
              </a:rPr>
              <a:t>DEMO: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dirty="0">
                <a:hlinkClick r:id="rId8"/>
              </a:rPr>
              <a:t>wannas234/CSS-Animationen-und-Transitionen: Web Engineering, 4. Semester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027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White Research Center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FFFF"/>
      </a:accent1>
      <a:accent2>
        <a:srgbClr val="000000"/>
      </a:accent2>
      <a:accent3>
        <a:srgbClr val="F3F3F3"/>
      </a:accent3>
      <a:accent4>
        <a:srgbClr val="999999"/>
      </a:accent4>
      <a:accent5>
        <a:srgbClr val="CCCCCC"/>
      </a:accent5>
      <a:accent6>
        <a:srgbClr val="E4E4E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628</Words>
  <Application>Microsoft Office PowerPoint</Application>
  <PresentationFormat>Widescreen</PresentationFormat>
  <Paragraphs>101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Fira Sans Condensed</vt:lpstr>
      <vt:lpstr>Fira Sans Condensed ExtraBold</vt:lpstr>
      <vt:lpstr>Muli</vt:lpstr>
      <vt:lpstr>Office Theme</vt:lpstr>
      <vt:lpstr>White Research Center XL by Slidesgo</vt:lpstr>
      <vt:lpstr>CSS Animationen und Transitionen</vt:lpstr>
      <vt:lpstr>PowerPoint Presentation</vt:lpstr>
      <vt:lpstr>Keyframes</vt:lpstr>
      <vt:lpstr>Animated Elements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Nassery, Wanisa</dc:creator>
  <cp:lastModifiedBy>Nassery, Wanisa</cp:lastModifiedBy>
  <cp:revision>1</cp:revision>
  <dcterms:created xsi:type="dcterms:W3CDTF">2026-02-27T12:44:50Z</dcterms:created>
  <dcterms:modified xsi:type="dcterms:W3CDTF">2026-03-05T20:32:20Z</dcterms:modified>
</cp:coreProperties>
</file>